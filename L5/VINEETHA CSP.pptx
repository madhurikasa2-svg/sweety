
<file path=[Content_Types].xml><?xml version="1.0" encoding="utf-8"?>
<Types xmlns="http://schemas.openxmlformats.org/package/2006/content-types">
  <Default Extension="bmp" ContentType="image/bmp"/>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1" r:id="rId6"/>
    <p:sldId id="262" r:id="rId7"/>
    <p:sldId id="263" r:id="rId8"/>
    <p:sldId id="265" r:id="rId9"/>
    <p:sldId id="268" r:id="rId10"/>
    <p:sldId id="269" r:id="rId11"/>
    <p:sldId id="270"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E069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6" d="100"/>
          <a:sy n="76" d="100"/>
        </p:scale>
        <p:origin x="178" y="115"/>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ulaparthi Balaji" userId="0168636270f536ba" providerId="LiveId" clId="{2E42F167-407D-4630-A7CF-301F5864ACAD}"/>
    <pc:docChg chg="modSld">
      <pc:chgData name="Pulaparthi Balaji" userId="0168636270f536ba" providerId="LiveId" clId="{2E42F167-407D-4630-A7CF-301F5864ACAD}" dt="2025-12-07T10:26:47.855" v="2" actId="13926"/>
      <pc:docMkLst>
        <pc:docMk/>
      </pc:docMkLst>
      <pc:sldChg chg="modSp mod">
        <pc:chgData name="Pulaparthi Balaji" userId="0168636270f536ba" providerId="LiveId" clId="{2E42F167-407D-4630-A7CF-301F5864ACAD}" dt="2025-12-07T10:26:47.855" v="2" actId="13926"/>
        <pc:sldMkLst>
          <pc:docMk/>
          <pc:sldMk cId="672950210" sldId="256"/>
        </pc:sldMkLst>
        <pc:spChg chg="mod">
          <ac:chgData name="Pulaparthi Balaji" userId="0168636270f536ba" providerId="LiveId" clId="{2E42F167-407D-4630-A7CF-301F5864ACAD}" dt="2025-12-07T10:26:47.855" v="2" actId="13926"/>
          <ac:spMkLst>
            <pc:docMk/>
            <pc:sldMk cId="672950210" sldId="256"/>
            <ac:spMk id="2" creationId="{DFF53B93-7D6C-9D64-A8D6-CF9DBC1430BB}"/>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F0C51E-01DB-6CF4-9953-ABD192C1E59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3434CC32-27D7-2E9E-501E-DA83A1FA508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CEEEF3C8-553A-EE78-9AB9-68B33DBB81C2}"/>
              </a:ext>
            </a:extLst>
          </p:cNvPr>
          <p:cNvSpPr>
            <a:spLocks noGrp="1"/>
          </p:cNvSpPr>
          <p:nvPr>
            <p:ph type="dt" sz="half" idx="10"/>
          </p:nvPr>
        </p:nvSpPr>
        <p:spPr/>
        <p:txBody>
          <a:bodyPr/>
          <a:lstStyle/>
          <a:p>
            <a:fld id="{A0C31991-85FE-4AB1-8970-457544C5CBAA}" type="datetimeFigureOut">
              <a:rPr lang="en-IN" smtClean="0"/>
              <a:t>07-12-2025</a:t>
            </a:fld>
            <a:endParaRPr lang="en-IN"/>
          </a:p>
        </p:txBody>
      </p:sp>
      <p:sp>
        <p:nvSpPr>
          <p:cNvPr id="5" name="Footer Placeholder 4">
            <a:extLst>
              <a:ext uri="{FF2B5EF4-FFF2-40B4-BE49-F238E27FC236}">
                <a16:creationId xmlns:a16="http://schemas.microsoft.com/office/drawing/2014/main" id="{1DE72777-790F-58AB-DD96-0B8AEEC263A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D83D4DA-893B-556C-E76E-7E89A5FA2BB1}"/>
              </a:ext>
            </a:extLst>
          </p:cNvPr>
          <p:cNvSpPr>
            <a:spLocks noGrp="1"/>
          </p:cNvSpPr>
          <p:nvPr>
            <p:ph type="sldNum" sz="quarter" idx="12"/>
          </p:nvPr>
        </p:nvSpPr>
        <p:spPr/>
        <p:txBody>
          <a:bodyPr/>
          <a:lstStyle/>
          <a:p>
            <a:fld id="{804C1867-79BD-4F20-9365-CF2E7B303FAC}" type="slidenum">
              <a:rPr lang="en-IN" smtClean="0"/>
              <a:t>‹#›</a:t>
            </a:fld>
            <a:endParaRPr lang="en-IN"/>
          </a:p>
        </p:txBody>
      </p:sp>
    </p:spTree>
    <p:extLst>
      <p:ext uri="{BB962C8B-B14F-4D97-AF65-F5344CB8AC3E}">
        <p14:creationId xmlns:p14="http://schemas.microsoft.com/office/powerpoint/2010/main" val="409625445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927E0B-ACEA-57FE-D81A-6B077AD1C8C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0B93075-BC3E-5723-4F72-148DFE813CD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CC08F1D-E8DF-1B6A-2636-6F35F387353D}"/>
              </a:ext>
            </a:extLst>
          </p:cNvPr>
          <p:cNvSpPr>
            <a:spLocks noGrp="1"/>
          </p:cNvSpPr>
          <p:nvPr>
            <p:ph type="dt" sz="half" idx="10"/>
          </p:nvPr>
        </p:nvSpPr>
        <p:spPr/>
        <p:txBody>
          <a:bodyPr/>
          <a:lstStyle/>
          <a:p>
            <a:fld id="{A0C31991-85FE-4AB1-8970-457544C5CBAA}" type="datetimeFigureOut">
              <a:rPr lang="en-IN" smtClean="0"/>
              <a:t>07-12-2025</a:t>
            </a:fld>
            <a:endParaRPr lang="en-IN"/>
          </a:p>
        </p:txBody>
      </p:sp>
      <p:sp>
        <p:nvSpPr>
          <p:cNvPr id="5" name="Footer Placeholder 4">
            <a:extLst>
              <a:ext uri="{FF2B5EF4-FFF2-40B4-BE49-F238E27FC236}">
                <a16:creationId xmlns:a16="http://schemas.microsoft.com/office/drawing/2014/main" id="{93B2C585-E4B1-0864-FC58-3F0B01B030F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FDB235D-166F-676F-27C8-4476060E3AF1}"/>
              </a:ext>
            </a:extLst>
          </p:cNvPr>
          <p:cNvSpPr>
            <a:spLocks noGrp="1"/>
          </p:cNvSpPr>
          <p:nvPr>
            <p:ph type="sldNum" sz="quarter" idx="12"/>
          </p:nvPr>
        </p:nvSpPr>
        <p:spPr/>
        <p:txBody>
          <a:bodyPr/>
          <a:lstStyle/>
          <a:p>
            <a:fld id="{804C1867-79BD-4F20-9365-CF2E7B303FAC}" type="slidenum">
              <a:rPr lang="en-IN" smtClean="0"/>
              <a:t>‹#›</a:t>
            </a:fld>
            <a:endParaRPr lang="en-IN"/>
          </a:p>
        </p:txBody>
      </p:sp>
    </p:spTree>
    <p:extLst>
      <p:ext uri="{BB962C8B-B14F-4D97-AF65-F5344CB8AC3E}">
        <p14:creationId xmlns:p14="http://schemas.microsoft.com/office/powerpoint/2010/main" val="41941919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63A42D-FB23-80E4-01F7-DF954F80E61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E1D66A1B-FF54-4BF6-1979-5902800EDB2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9A70C20-AC35-E772-5E2E-A13AA225046D}"/>
              </a:ext>
            </a:extLst>
          </p:cNvPr>
          <p:cNvSpPr>
            <a:spLocks noGrp="1"/>
          </p:cNvSpPr>
          <p:nvPr>
            <p:ph type="dt" sz="half" idx="10"/>
          </p:nvPr>
        </p:nvSpPr>
        <p:spPr/>
        <p:txBody>
          <a:bodyPr/>
          <a:lstStyle/>
          <a:p>
            <a:fld id="{A0C31991-85FE-4AB1-8970-457544C5CBAA}" type="datetimeFigureOut">
              <a:rPr lang="en-IN" smtClean="0"/>
              <a:t>07-12-2025</a:t>
            </a:fld>
            <a:endParaRPr lang="en-IN"/>
          </a:p>
        </p:txBody>
      </p:sp>
      <p:sp>
        <p:nvSpPr>
          <p:cNvPr id="5" name="Footer Placeholder 4">
            <a:extLst>
              <a:ext uri="{FF2B5EF4-FFF2-40B4-BE49-F238E27FC236}">
                <a16:creationId xmlns:a16="http://schemas.microsoft.com/office/drawing/2014/main" id="{7E42E61F-7F69-1AC8-653E-D39CE036635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4CE6942-0E4E-1811-57B9-430E388874F5}"/>
              </a:ext>
            </a:extLst>
          </p:cNvPr>
          <p:cNvSpPr>
            <a:spLocks noGrp="1"/>
          </p:cNvSpPr>
          <p:nvPr>
            <p:ph type="sldNum" sz="quarter" idx="12"/>
          </p:nvPr>
        </p:nvSpPr>
        <p:spPr/>
        <p:txBody>
          <a:bodyPr/>
          <a:lstStyle/>
          <a:p>
            <a:fld id="{804C1867-79BD-4F20-9365-CF2E7B303FAC}" type="slidenum">
              <a:rPr lang="en-IN" smtClean="0"/>
              <a:t>‹#›</a:t>
            </a:fld>
            <a:endParaRPr lang="en-IN"/>
          </a:p>
        </p:txBody>
      </p:sp>
    </p:spTree>
    <p:extLst>
      <p:ext uri="{BB962C8B-B14F-4D97-AF65-F5344CB8AC3E}">
        <p14:creationId xmlns:p14="http://schemas.microsoft.com/office/powerpoint/2010/main" val="27087535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90F599-397B-22EA-EA62-DFDC573D52B7}"/>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D8511C1E-E984-22FB-65E9-67A0A821776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AB6DC861-0551-5256-5A36-B359C3BBD5F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C0F72B37-C6DB-3B13-81BB-454F6F136AEA}"/>
              </a:ext>
            </a:extLst>
          </p:cNvPr>
          <p:cNvSpPr>
            <a:spLocks noGrp="1"/>
          </p:cNvSpPr>
          <p:nvPr>
            <p:ph type="dt" sz="half" idx="10"/>
          </p:nvPr>
        </p:nvSpPr>
        <p:spPr/>
        <p:txBody>
          <a:bodyPr/>
          <a:lstStyle/>
          <a:p>
            <a:fld id="{A0C31991-85FE-4AB1-8970-457544C5CBAA}" type="datetimeFigureOut">
              <a:rPr lang="en-IN" smtClean="0"/>
              <a:t>07-12-2025</a:t>
            </a:fld>
            <a:endParaRPr lang="en-IN"/>
          </a:p>
        </p:txBody>
      </p:sp>
      <p:sp>
        <p:nvSpPr>
          <p:cNvPr id="6" name="Footer Placeholder 5">
            <a:extLst>
              <a:ext uri="{FF2B5EF4-FFF2-40B4-BE49-F238E27FC236}">
                <a16:creationId xmlns:a16="http://schemas.microsoft.com/office/drawing/2014/main" id="{0BAF020B-CCEF-1C9C-793C-CCF52B673F4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55C044C-E962-1AD6-DB69-8B156B3E3180}"/>
              </a:ext>
            </a:extLst>
          </p:cNvPr>
          <p:cNvSpPr>
            <a:spLocks noGrp="1"/>
          </p:cNvSpPr>
          <p:nvPr>
            <p:ph type="sldNum" sz="quarter" idx="12"/>
          </p:nvPr>
        </p:nvSpPr>
        <p:spPr/>
        <p:txBody>
          <a:bodyPr/>
          <a:lstStyle/>
          <a:p>
            <a:fld id="{804C1867-79BD-4F20-9365-CF2E7B303FAC}" type="slidenum">
              <a:rPr lang="en-IN" smtClean="0"/>
              <a:t>‹#›</a:t>
            </a:fld>
            <a:endParaRPr lang="en-IN"/>
          </a:p>
        </p:txBody>
      </p:sp>
    </p:spTree>
    <p:extLst>
      <p:ext uri="{BB962C8B-B14F-4D97-AF65-F5344CB8AC3E}">
        <p14:creationId xmlns:p14="http://schemas.microsoft.com/office/powerpoint/2010/main" val="14248642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A609CF-AC7B-C5FE-88C8-663610C41C61}"/>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2524F70-35C3-99B1-58A0-BD09F06D2F4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1C5579D-39E0-A1B4-C36E-36CCAFB78FF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3AA7979F-1CDA-5847-229A-6F2309E7A7E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A1C75F1-9BF2-7E71-B34B-0C9CFD2476B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9968BCB0-E78B-2F91-52FE-B90C1BA1A973}"/>
              </a:ext>
            </a:extLst>
          </p:cNvPr>
          <p:cNvSpPr>
            <a:spLocks noGrp="1"/>
          </p:cNvSpPr>
          <p:nvPr>
            <p:ph type="dt" sz="half" idx="10"/>
          </p:nvPr>
        </p:nvSpPr>
        <p:spPr/>
        <p:txBody>
          <a:bodyPr/>
          <a:lstStyle/>
          <a:p>
            <a:fld id="{A0C31991-85FE-4AB1-8970-457544C5CBAA}" type="datetimeFigureOut">
              <a:rPr lang="en-IN" smtClean="0"/>
              <a:t>07-12-2025</a:t>
            </a:fld>
            <a:endParaRPr lang="en-IN"/>
          </a:p>
        </p:txBody>
      </p:sp>
      <p:sp>
        <p:nvSpPr>
          <p:cNvPr id="8" name="Footer Placeholder 7">
            <a:extLst>
              <a:ext uri="{FF2B5EF4-FFF2-40B4-BE49-F238E27FC236}">
                <a16:creationId xmlns:a16="http://schemas.microsoft.com/office/drawing/2014/main" id="{3783F3B5-43D8-811D-71C3-B6D50CC52C7F}"/>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C456A113-DCE7-FFCF-1E25-CBE28A5B20DE}"/>
              </a:ext>
            </a:extLst>
          </p:cNvPr>
          <p:cNvSpPr>
            <a:spLocks noGrp="1"/>
          </p:cNvSpPr>
          <p:nvPr>
            <p:ph type="sldNum" sz="quarter" idx="12"/>
          </p:nvPr>
        </p:nvSpPr>
        <p:spPr/>
        <p:txBody>
          <a:bodyPr/>
          <a:lstStyle/>
          <a:p>
            <a:fld id="{804C1867-79BD-4F20-9365-CF2E7B303FAC}" type="slidenum">
              <a:rPr lang="en-IN" smtClean="0"/>
              <a:t>‹#›</a:t>
            </a:fld>
            <a:endParaRPr lang="en-IN"/>
          </a:p>
        </p:txBody>
      </p:sp>
    </p:spTree>
    <p:extLst>
      <p:ext uri="{BB962C8B-B14F-4D97-AF65-F5344CB8AC3E}">
        <p14:creationId xmlns:p14="http://schemas.microsoft.com/office/powerpoint/2010/main" val="8869676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067553-9CD0-370F-0143-11851BC99D1F}"/>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51AF66A1-FB94-3D2F-2D43-D65D40755DA2}"/>
              </a:ext>
            </a:extLst>
          </p:cNvPr>
          <p:cNvSpPr>
            <a:spLocks noGrp="1"/>
          </p:cNvSpPr>
          <p:nvPr>
            <p:ph type="dt" sz="half" idx="10"/>
          </p:nvPr>
        </p:nvSpPr>
        <p:spPr/>
        <p:txBody>
          <a:bodyPr/>
          <a:lstStyle/>
          <a:p>
            <a:fld id="{A0C31991-85FE-4AB1-8970-457544C5CBAA}" type="datetimeFigureOut">
              <a:rPr lang="en-IN" smtClean="0"/>
              <a:t>07-12-2025</a:t>
            </a:fld>
            <a:endParaRPr lang="en-IN"/>
          </a:p>
        </p:txBody>
      </p:sp>
      <p:sp>
        <p:nvSpPr>
          <p:cNvPr id="4" name="Footer Placeholder 3">
            <a:extLst>
              <a:ext uri="{FF2B5EF4-FFF2-40B4-BE49-F238E27FC236}">
                <a16:creationId xmlns:a16="http://schemas.microsoft.com/office/drawing/2014/main" id="{F291657A-500E-0C20-3FCD-302AB0DAA25A}"/>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17EE269D-C004-82F0-3D8E-B70D10FD6592}"/>
              </a:ext>
            </a:extLst>
          </p:cNvPr>
          <p:cNvSpPr>
            <a:spLocks noGrp="1"/>
          </p:cNvSpPr>
          <p:nvPr>
            <p:ph type="sldNum" sz="quarter" idx="12"/>
          </p:nvPr>
        </p:nvSpPr>
        <p:spPr/>
        <p:txBody>
          <a:bodyPr/>
          <a:lstStyle/>
          <a:p>
            <a:fld id="{804C1867-79BD-4F20-9365-CF2E7B303FAC}" type="slidenum">
              <a:rPr lang="en-IN" smtClean="0"/>
              <a:t>‹#›</a:t>
            </a:fld>
            <a:endParaRPr lang="en-IN"/>
          </a:p>
        </p:txBody>
      </p:sp>
    </p:spTree>
    <p:extLst>
      <p:ext uri="{BB962C8B-B14F-4D97-AF65-F5344CB8AC3E}">
        <p14:creationId xmlns:p14="http://schemas.microsoft.com/office/powerpoint/2010/main" val="42185964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4774CBD-1F8E-D371-BA58-07E9FD2DFAB0}"/>
              </a:ext>
            </a:extLst>
          </p:cNvPr>
          <p:cNvSpPr>
            <a:spLocks noGrp="1"/>
          </p:cNvSpPr>
          <p:nvPr>
            <p:ph type="dt" sz="half" idx="10"/>
          </p:nvPr>
        </p:nvSpPr>
        <p:spPr/>
        <p:txBody>
          <a:bodyPr/>
          <a:lstStyle/>
          <a:p>
            <a:fld id="{A0C31991-85FE-4AB1-8970-457544C5CBAA}" type="datetimeFigureOut">
              <a:rPr lang="en-IN" smtClean="0"/>
              <a:t>07-12-2025</a:t>
            </a:fld>
            <a:endParaRPr lang="en-IN"/>
          </a:p>
        </p:txBody>
      </p:sp>
      <p:sp>
        <p:nvSpPr>
          <p:cNvPr id="3" name="Footer Placeholder 2">
            <a:extLst>
              <a:ext uri="{FF2B5EF4-FFF2-40B4-BE49-F238E27FC236}">
                <a16:creationId xmlns:a16="http://schemas.microsoft.com/office/drawing/2014/main" id="{8C1DEA9F-3811-C720-90A6-1CC58FB4C714}"/>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661E40B4-56F3-5C20-102C-7406DE4F891E}"/>
              </a:ext>
            </a:extLst>
          </p:cNvPr>
          <p:cNvSpPr>
            <a:spLocks noGrp="1"/>
          </p:cNvSpPr>
          <p:nvPr>
            <p:ph type="sldNum" sz="quarter" idx="12"/>
          </p:nvPr>
        </p:nvSpPr>
        <p:spPr/>
        <p:txBody>
          <a:bodyPr/>
          <a:lstStyle/>
          <a:p>
            <a:fld id="{804C1867-79BD-4F20-9365-CF2E7B303FAC}" type="slidenum">
              <a:rPr lang="en-IN" smtClean="0"/>
              <a:t>‹#›</a:t>
            </a:fld>
            <a:endParaRPr lang="en-IN"/>
          </a:p>
        </p:txBody>
      </p:sp>
    </p:spTree>
    <p:extLst>
      <p:ext uri="{BB962C8B-B14F-4D97-AF65-F5344CB8AC3E}">
        <p14:creationId xmlns:p14="http://schemas.microsoft.com/office/powerpoint/2010/main" val="11703497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347930-7F71-A108-3DEF-3B2573EC9ED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ACFCD3D5-4188-0314-DAC8-D63F945225E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BC665B28-9A00-B780-FCC1-A216AE48B0B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87B9BF6-3B49-E787-724B-B95B24B0C9A0}"/>
              </a:ext>
            </a:extLst>
          </p:cNvPr>
          <p:cNvSpPr>
            <a:spLocks noGrp="1"/>
          </p:cNvSpPr>
          <p:nvPr>
            <p:ph type="dt" sz="half" idx="10"/>
          </p:nvPr>
        </p:nvSpPr>
        <p:spPr/>
        <p:txBody>
          <a:bodyPr/>
          <a:lstStyle/>
          <a:p>
            <a:fld id="{A0C31991-85FE-4AB1-8970-457544C5CBAA}" type="datetimeFigureOut">
              <a:rPr lang="en-IN" smtClean="0"/>
              <a:t>07-12-2025</a:t>
            </a:fld>
            <a:endParaRPr lang="en-IN"/>
          </a:p>
        </p:txBody>
      </p:sp>
      <p:sp>
        <p:nvSpPr>
          <p:cNvPr id="6" name="Footer Placeholder 5">
            <a:extLst>
              <a:ext uri="{FF2B5EF4-FFF2-40B4-BE49-F238E27FC236}">
                <a16:creationId xmlns:a16="http://schemas.microsoft.com/office/drawing/2014/main" id="{618B013C-05E1-6094-96EE-F3D221A7628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155124D-BC91-C448-B701-77A393BF32E3}"/>
              </a:ext>
            </a:extLst>
          </p:cNvPr>
          <p:cNvSpPr>
            <a:spLocks noGrp="1"/>
          </p:cNvSpPr>
          <p:nvPr>
            <p:ph type="sldNum" sz="quarter" idx="12"/>
          </p:nvPr>
        </p:nvSpPr>
        <p:spPr/>
        <p:txBody>
          <a:bodyPr/>
          <a:lstStyle/>
          <a:p>
            <a:fld id="{804C1867-79BD-4F20-9365-CF2E7B303FAC}" type="slidenum">
              <a:rPr lang="en-IN" smtClean="0"/>
              <a:t>‹#›</a:t>
            </a:fld>
            <a:endParaRPr lang="en-IN"/>
          </a:p>
        </p:txBody>
      </p:sp>
    </p:spTree>
    <p:extLst>
      <p:ext uri="{BB962C8B-B14F-4D97-AF65-F5344CB8AC3E}">
        <p14:creationId xmlns:p14="http://schemas.microsoft.com/office/powerpoint/2010/main" val="30529699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45DCD4-FCE6-6666-4E22-33A0B5B09A7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8BF68BCD-50AD-CA71-5251-D7E3F08D508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2B099218-9C27-D5C2-5322-1C0C9F0B891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52AED60-7A07-5D69-5FDF-34892C2908EE}"/>
              </a:ext>
            </a:extLst>
          </p:cNvPr>
          <p:cNvSpPr>
            <a:spLocks noGrp="1"/>
          </p:cNvSpPr>
          <p:nvPr>
            <p:ph type="dt" sz="half" idx="10"/>
          </p:nvPr>
        </p:nvSpPr>
        <p:spPr/>
        <p:txBody>
          <a:bodyPr/>
          <a:lstStyle/>
          <a:p>
            <a:fld id="{A0C31991-85FE-4AB1-8970-457544C5CBAA}" type="datetimeFigureOut">
              <a:rPr lang="en-IN" smtClean="0"/>
              <a:t>07-12-2025</a:t>
            </a:fld>
            <a:endParaRPr lang="en-IN"/>
          </a:p>
        </p:txBody>
      </p:sp>
      <p:sp>
        <p:nvSpPr>
          <p:cNvPr id="6" name="Footer Placeholder 5">
            <a:extLst>
              <a:ext uri="{FF2B5EF4-FFF2-40B4-BE49-F238E27FC236}">
                <a16:creationId xmlns:a16="http://schemas.microsoft.com/office/drawing/2014/main" id="{B285325B-FAD8-86E7-D0E0-E66F9D876F5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3645B11-325A-75F6-0C71-A64E0301BAB5}"/>
              </a:ext>
            </a:extLst>
          </p:cNvPr>
          <p:cNvSpPr>
            <a:spLocks noGrp="1"/>
          </p:cNvSpPr>
          <p:nvPr>
            <p:ph type="sldNum" sz="quarter" idx="12"/>
          </p:nvPr>
        </p:nvSpPr>
        <p:spPr/>
        <p:txBody>
          <a:bodyPr/>
          <a:lstStyle/>
          <a:p>
            <a:fld id="{804C1867-79BD-4F20-9365-CF2E7B303FAC}" type="slidenum">
              <a:rPr lang="en-IN" smtClean="0"/>
              <a:t>‹#›</a:t>
            </a:fld>
            <a:endParaRPr lang="en-IN"/>
          </a:p>
        </p:txBody>
      </p:sp>
    </p:spTree>
    <p:extLst>
      <p:ext uri="{BB962C8B-B14F-4D97-AF65-F5344CB8AC3E}">
        <p14:creationId xmlns:p14="http://schemas.microsoft.com/office/powerpoint/2010/main" val="33852359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B92747-4C1D-3BB8-8C17-7311B51F657E}"/>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2526F7C3-14B0-5CED-71BF-71C127DBB54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AD11D71-E21C-104E-5B99-D430CB2326C6}"/>
              </a:ext>
            </a:extLst>
          </p:cNvPr>
          <p:cNvSpPr>
            <a:spLocks noGrp="1"/>
          </p:cNvSpPr>
          <p:nvPr>
            <p:ph type="dt" sz="half" idx="10"/>
          </p:nvPr>
        </p:nvSpPr>
        <p:spPr/>
        <p:txBody>
          <a:bodyPr/>
          <a:lstStyle/>
          <a:p>
            <a:fld id="{A0C31991-85FE-4AB1-8970-457544C5CBAA}" type="datetimeFigureOut">
              <a:rPr lang="en-IN" smtClean="0"/>
              <a:t>07-12-2025</a:t>
            </a:fld>
            <a:endParaRPr lang="en-IN"/>
          </a:p>
        </p:txBody>
      </p:sp>
      <p:sp>
        <p:nvSpPr>
          <p:cNvPr id="5" name="Footer Placeholder 4">
            <a:extLst>
              <a:ext uri="{FF2B5EF4-FFF2-40B4-BE49-F238E27FC236}">
                <a16:creationId xmlns:a16="http://schemas.microsoft.com/office/drawing/2014/main" id="{BE0FA0F9-3C9C-6A02-C88E-074AC8F36C6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4E32462-152E-B8FC-1D7A-7170151CA33D}"/>
              </a:ext>
            </a:extLst>
          </p:cNvPr>
          <p:cNvSpPr>
            <a:spLocks noGrp="1"/>
          </p:cNvSpPr>
          <p:nvPr>
            <p:ph type="sldNum" sz="quarter" idx="12"/>
          </p:nvPr>
        </p:nvSpPr>
        <p:spPr/>
        <p:txBody>
          <a:bodyPr/>
          <a:lstStyle/>
          <a:p>
            <a:fld id="{804C1867-79BD-4F20-9365-CF2E7B303FAC}" type="slidenum">
              <a:rPr lang="en-IN" smtClean="0"/>
              <a:t>‹#›</a:t>
            </a:fld>
            <a:endParaRPr lang="en-IN"/>
          </a:p>
        </p:txBody>
      </p:sp>
    </p:spTree>
    <p:extLst>
      <p:ext uri="{BB962C8B-B14F-4D97-AF65-F5344CB8AC3E}">
        <p14:creationId xmlns:p14="http://schemas.microsoft.com/office/powerpoint/2010/main" val="21185251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403119E-0B8C-2A41-78F4-7250A4A68AC0}"/>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FD17F66-F772-E41E-5DC4-8AE14503C37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9F20FA5-5108-64BE-52F0-67575EEE54B8}"/>
              </a:ext>
            </a:extLst>
          </p:cNvPr>
          <p:cNvSpPr>
            <a:spLocks noGrp="1"/>
          </p:cNvSpPr>
          <p:nvPr>
            <p:ph type="dt" sz="half" idx="10"/>
          </p:nvPr>
        </p:nvSpPr>
        <p:spPr/>
        <p:txBody>
          <a:bodyPr/>
          <a:lstStyle/>
          <a:p>
            <a:fld id="{A0C31991-85FE-4AB1-8970-457544C5CBAA}" type="datetimeFigureOut">
              <a:rPr lang="en-IN" smtClean="0"/>
              <a:t>07-12-2025</a:t>
            </a:fld>
            <a:endParaRPr lang="en-IN"/>
          </a:p>
        </p:txBody>
      </p:sp>
      <p:sp>
        <p:nvSpPr>
          <p:cNvPr id="5" name="Footer Placeholder 4">
            <a:extLst>
              <a:ext uri="{FF2B5EF4-FFF2-40B4-BE49-F238E27FC236}">
                <a16:creationId xmlns:a16="http://schemas.microsoft.com/office/drawing/2014/main" id="{7033926A-A92C-4F83-BAC3-0131FEE160D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A9E6B6D-46E3-4F65-0E58-19DE146396A2}"/>
              </a:ext>
            </a:extLst>
          </p:cNvPr>
          <p:cNvSpPr>
            <a:spLocks noGrp="1"/>
          </p:cNvSpPr>
          <p:nvPr>
            <p:ph type="sldNum" sz="quarter" idx="12"/>
          </p:nvPr>
        </p:nvSpPr>
        <p:spPr/>
        <p:txBody>
          <a:bodyPr/>
          <a:lstStyle/>
          <a:p>
            <a:fld id="{804C1867-79BD-4F20-9365-CF2E7B303FAC}" type="slidenum">
              <a:rPr lang="en-IN" smtClean="0"/>
              <a:t>‹#›</a:t>
            </a:fld>
            <a:endParaRPr lang="en-IN"/>
          </a:p>
        </p:txBody>
      </p:sp>
    </p:spTree>
    <p:extLst>
      <p:ext uri="{BB962C8B-B14F-4D97-AF65-F5344CB8AC3E}">
        <p14:creationId xmlns:p14="http://schemas.microsoft.com/office/powerpoint/2010/main" val="23300975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F1C1B8B-5260-1C9A-AF94-7B1C0FD721E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43B2570-AC09-86E3-7BB1-CEAF795DB34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0322D8D-3B22-B1AE-6EA9-2FC536A595A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0C31991-85FE-4AB1-8970-457544C5CBAA}" type="datetimeFigureOut">
              <a:rPr lang="en-IN" smtClean="0"/>
              <a:t>07-12-2025</a:t>
            </a:fld>
            <a:endParaRPr lang="en-IN"/>
          </a:p>
        </p:txBody>
      </p:sp>
      <p:sp>
        <p:nvSpPr>
          <p:cNvPr id="5" name="Footer Placeholder 4">
            <a:extLst>
              <a:ext uri="{FF2B5EF4-FFF2-40B4-BE49-F238E27FC236}">
                <a16:creationId xmlns:a16="http://schemas.microsoft.com/office/drawing/2014/main" id="{59B5DF05-6C24-7D8E-67CD-E806D195654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A3CF4605-2AA6-BCA3-5734-6FB4804A0D7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804C1867-79BD-4F20-9365-CF2E7B303FAC}" type="slidenum">
              <a:rPr lang="en-IN" smtClean="0"/>
              <a:t>‹#›</a:t>
            </a:fld>
            <a:endParaRPr lang="en-IN"/>
          </a:p>
        </p:txBody>
      </p:sp>
    </p:spTree>
    <p:extLst>
      <p:ext uri="{BB962C8B-B14F-4D97-AF65-F5344CB8AC3E}">
        <p14:creationId xmlns:p14="http://schemas.microsoft.com/office/powerpoint/2010/main" val="94125634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s://agrowmania.blogspot.com/2011/04/viability-of-fresh-water-fish-culture.html" TargetMode="External"/><Relationship Id="rId2" Type="http://schemas.openxmlformats.org/officeDocument/2006/relationships/image" Target="../media/image2.bmp"/><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s://www.flickr.com/photos/usfwsmtnprairie/33647255198/" TargetMode="External"/><Relationship Id="rId2" Type="http://schemas.openxmlformats.org/officeDocument/2006/relationships/image" Target="../media/image3.jp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hyperlink" Target="https://ajbs.scione.com/cms/abstract.php?id=432" TargetMode="External"/><Relationship Id="rId2" Type="http://schemas.openxmlformats.org/officeDocument/2006/relationships/image" Target="../media/image4.jp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hyperlink" Target="http://www.flickr.com/photos/theworldfishcenter/9020431301/" TargetMode="External"/><Relationship Id="rId2" Type="http://schemas.openxmlformats.org/officeDocument/2006/relationships/image" Target="../media/image5.jpg"/><Relationship Id="rId1" Type="http://schemas.openxmlformats.org/officeDocument/2006/relationships/slideLayout" Target="../slideLayouts/slideLayout4.xml"/><Relationship Id="rId4" Type="http://schemas.openxmlformats.org/officeDocument/2006/relationships/hyperlink" Target="https://creativecommons.org/licenses/by-nc-nd/3.0/"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F53B93-7D6C-9D64-A8D6-CF9DBC1430BB}"/>
              </a:ext>
            </a:extLst>
          </p:cNvPr>
          <p:cNvSpPr>
            <a:spLocks noGrp="1"/>
          </p:cNvSpPr>
          <p:nvPr>
            <p:ph type="ctrTitle"/>
          </p:nvPr>
        </p:nvSpPr>
        <p:spPr>
          <a:xfrm>
            <a:off x="0" y="0"/>
            <a:ext cx="12192000" cy="2506111"/>
          </a:xfrm>
        </p:spPr>
        <p:txBody>
          <a:bodyPr>
            <a:normAutofit/>
          </a:bodyPr>
          <a:lstStyle/>
          <a:p>
            <a:r>
              <a:rPr lang="en-IN" sz="4800" dirty="0" err="1">
                <a:solidFill>
                  <a:schemeClr val="accent2"/>
                </a:solidFill>
                <a:latin typeface="Algerian" panose="04020705040A02060702" pitchFamily="82" charset="0"/>
              </a:rPr>
              <a:t>SWARNANDHRa</a:t>
            </a:r>
            <a:r>
              <a:rPr lang="en-IN" sz="4800" dirty="0">
                <a:solidFill>
                  <a:schemeClr val="accent2"/>
                </a:solidFill>
                <a:latin typeface="Algerian" panose="04020705040A02060702" pitchFamily="82" charset="0"/>
              </a:rPr>
              <a:t> COLLEGE OF     ENGINEERING AND TECHNOLOGY</a:t>
            </a:r>
            <a:br>
              <a:rPr lang="en-IN" sz="4800" dirty="0">
                <a:solidFill>
                  <a:schemeClr val="accent2"/>
                </a:solidFill>
                <a:latin typeface="Algerian" panose="04020705040A02060702" pitchFamily="82" charset="0"/>
              </a:rPr>
            </a:br>
            <a:r>
              <a:rPr lang="en-IN" sz="3200" b="1" dirty="0">
                <a:solidFill>
                  <a:schemeClr val="tx1">
                    <a:lumMod val="95000"/>
                    <a:lumOff val="5000"/>
                  </a:schemeClr>
                </a:solidFill>
                <a:highlight>
                  <a:srgbClr val="C0C0C0"/>
                </a:highlight>
                <a:latin typeface="Algerian" panose="04020705040A02060702" pitchFamily="82" charset="0"/>
                <a:cs typeface="Algerian" panose="04020705040A02060702" pitchFamily="82" charset="0"/>
              </a:rPr>
              <a:t>DEPARTMENT OF CYBER SECURITY</a:t>
            </a:r>
            <a:endParaRPr lang="en-IN" sz="3200" dirty="0">
              <a:solidFill>
                <a:schemeClr val="tx1">
                  <a:lumMod val="95000"/>
                  <a:lumOff val="5000"/>
                </a:schemeClr>
              </a:solidFill>
              <a:highlight>
                <a:srgbClr val="C0C0C0"/>
              </a:highlight>
            </a:endParaRPr>
          </a:p>
        </p:txBody>
      </p:sp>
      <p:sp>
        <p:nvSpPr>
          <p:cNvPr id="3" name="Subtitle 2">
            <a:extLst>
              <a:ext uri="{FF2B5EF4-FFF2-40B4-BE49-F238E27FC236}">
                <a16:creationId xmlns:a16="http://schemas.microsoft.com/office/drawing/2014/main" id="{04755FF9-3B71-725F-6B4C-F5CEB40792FD}"/>
              </a:ext>
            </a:extLst>
          </p:cNvPr>
          <p:cNvSpPr>
            <a:spLocks noGrp="1"/>
          </p:cNvSpPr>
          <p:nvPr>
            <p:ph type="subTitle" idx="1"/>
          </p:nvPr>
        </p:nvSpPr>
        <p:spPr>
          <a:xfrm>
            <a:off x="-1" y="2317565"/>
            <a:ext cx="12192001" cy="4414831"/>
          </a:xfrm>
        </p:spPr>
        <p:txBody>
          <a:bodyPr>
            <a:normAutofit lnSpcReduction="10000"/>
          </a:bodyPr>
          <a:lstStyle/>
          <a:p>
            <a:endParaRPr lang="en-IN" dirty="0">
              <a:solidFill>
                <a:srgbClr val="00B050"/>
              </a:solidFill>
              <a:latin typeface="Felix Titling" pitchFamily="82" charset="0"/>
            </a:endParaRPr>
          </a:p>
          <a:p>
            <a:endParaRPr lang="en-IN" sz="4000" dirty="0">
              <a:solidFill>
                <a:schemeClr val="accent4"/>
              </a:solidFill>
              <a:latin typeface="Felix Titling" pitchFamily="82" charset="0"/>
            </a:endParaRPr>
          </a:p>
          <a:p>
            <a:r>
              <a:rPr lang="en-IN" sz="4000" dirty="0">
                <a:solidFill>
                  <a:schemeClr val="accent4"/>
                </a:solidFill>
                <a:latin typeface="Felix Titling" pitchFamily="82" charset="0"/>
              </a:rPr>
              <a:t>COMMUNITY SERVICE project</a:t>
            </a:r>
            <a:r>
              <a:rPr lang="en-IN" sz="4000" dirty="0">
                <a:solidFill>
                  <a:schemeClr val="tx2"/>
                </a:solidFill>
                <a:latin typeface="Felix Titling" pitchFamily="82" charset="0"/>
              </a:rPr>
              <a:t> </a:t>
            </a:r>
            <a:endParaRPr lang="en-US" sz="4000" dirty="0">
              <a:solidFill>
                <a:schemeClr val="tx2"/>
              </a:solidFill>
              <a:latin typeface="Felix Titling" pitchFamily="82" charset="0"/>
            </a:endParaRPr>
          </a:p>
          <a:p>
            <a:endParaRPr lang="en-IN" dirty="0"/>
          </a:p>
          <a:p>
            <a:endParaRPr lang="en-IN" dirty="0"/>
          </a:p>
          <a:p>
            <a:endParaRPr lang="en-IN" dirty="0"/>
          </a:p>
          <a:p>
            <a:r>
              <a:rPr lang="en-IN" dirty="0"/>
              <a:t>                                                                                                                                         REPORTED BY:</a:t>
            </a:r>
          </a:p>
          <a:p>
            <a:r>
              <a:rPr lang="en-IN" dirty="0"/>
              <a:t>                                                                                                                                          </a:t>
            </a:r>
            <a:r>
              <a:rPr lang="en-IN" dirty="0" err="1"/>
              <a:t>P.Vineetha</a:t>
            </a:r>
            <a:endParaRPr lang="en-IN" dirty="0"/>
          </a:p>
          <a:p>
            <a:r>
              <a:rPr lang="en-IN" dirty="0"/>
              <a:t>                                                                                                                                          (24A25A4605)</a:t>
            </a:r>
          </a:p>
        </p:txBody>
      </p:sp>
      <p:pic>
        <p:nvPicPr>
          <p:cNvPr id="4" name="Picture 3" descr="A logo with text and images&#10;&#10;AI-generated content may be incorrect.">
            <a:extLst>
              <a:ext uri="{FF2B5EF4-FFF2-40B4-BE49-F238E27FC236}">
                <a16:creationId xmlns:a16="http://schemas.microsoft.com/office/drawing/2014/main" id="{45F4E80A-94AD-1043-C068-70DD6BEFCBA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2226" y="-153098"/>
            <a:ext cx="2138115" cy="2138115"/>
          </a:xfrm>
          <a:prstGeom prst="rect">
            <a:avLst/>
          </a:prstGeom>
        </p:spPr>
      </p:pic>
    </p:spTree>
    <p:extLst>
      <p:ext uri="{BB962C8B-B14F-4D97-AF65-F5344CB8AC3E}">
        <p14:creationId xmlns:p14="http://schemas.microsoft.com/office/powerpoint/2010/main" val="6729502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008786-880E-1FCC-B498-738243FB6390}"/>
              </a:ext>
            </a:extLst>
          </p:cNvPr>
          <p:cNvSpPr>
            <a:spLocks noGrp="1"/>
          </p:cNvSpPr>
          <p:nvPr>
            <p:ph type="title"/>
          </p:nvPr>
        </p:nvSpPr>
        <p:spPr/>
        <p:txBody>
          <a:bodyPr/>
          <a:lstStyle/>
          <a:p>
            <a:r>
              <a:rPr lang="en-IN" dirty="0"/>
              <a:t>TITLE: </a:t>
            </a:r>
            <a:r>
              <a:rPr lang="en-IN" dirty="0">
                <a:solidFill>
                  <a:srgbClr val="2E069E"/>
                </a:solidFill>
              </a:rPr>
              <a:t>Aqua culture development: enhancing techniques for sustainable growth</a:t>
            </a:r>
          </a:p>
        </p:txBody>
      </p:sp>
      <p:sp>
        <p:nvSpPr>
          <p:cNvPr id="3" name="Content Placeholder 2">
            <a:extLst>
              <a:ext uri="{FF2B5EF4-FFF2-40B4-BE49-F238E27FC236}">
                <a16:creationId xmlns:a16="http://schemas.microsoft.com/office/drawing/2014/main" id="{62041D60-AA1C-D5DE-39D3-F487BFCB749A}"/>
              </a:ext>
            </a:extLst>
          </p:cNvPr>
          <p:cNvSpPr>
            <a:spLocks noGrp="1"/>
          </p:cNvSpPr>
          <p:nvPr>
            <p:ph idx="1"/>
          </p:nvPr>
        </p:nvSpPr>
        <p:spPr/>
        <p:txBody>
          <a:bodyPr>
            <a:normAutofit lnSpcReduction="10000"/>
          </a:bodyPr>
          <a:lstStyle/>
          <a:p>
            <a:pPr marL="0" indent="0">
              <a:buNone/>
            </a:pPr>
            <a:r>
              <a:rPr lang="en-IN" dirty="0"/>
              <a:t>🌊 </a:t>
            </a:r>
            <a:r>
              <a:rPr lang="en-IN" b="1" dirty="0"/>
              <a:t>Introduction:</a:t>
            </a:r>
          </a:p>
          <a:p>
            <a:pPr marL="0" indent="0">
              <a:buNone/>
            </a:pPr>
            <a:r>
              <a:rPr lang="en-US" sz="2400" dirty="0"/>
              <a:t>Aquaculture—also known as fish farming. It is the practice of raising fishes, prawns, shellfish, and aquatic plants under controlled conditions.</a:t>
            </a:r>
          </a:p>
          <a:p>
            <a:pPr marL="0" indent="0">
              <a:buNone/>
            </a:pPr>
            <a:r>
              <a:rPr lang="en-US" sz="2400" dirty="0"/>
              <a:t>As the world’s population increases and natural fish stocks decline, aquaculture has become an essential way to provide food, create jobs, and reduce pressure on wild water resources.</a:t>
            </a:r>
          </a:p>
          <a:p>
            <a:pPr marL="0" indent="0">
              <a:buNone/>
            </a:pPr>
            <a:r>
              <a:rPr lang="en-US" sz="2400" dirty="0"/>
              <a:t>To ensure long-term success, aquaculture development focuses on </a:t>
            </a:r>
            <a:r>
              <a:rPr lang="en-US" sz="2400" b="1" dirty="0"/>
              <a:t>sustainable techniques</a:t>
            </a:r>
            <a:r>
              <a:rPr lang="en-US" sz="2400" dirty="0"/>
              <a:t>—such as improved farming systems, better feed and water quality management, disease prevention, and environmentally friendly technologies. By enhancing these techniques, aquaculture—including prawn farming and fish farming—can continue to expand while protecting ecosystems and ensuring the well-being of future generations.</a:t>
            </a:r>
          </a:p>
          <a:p>
            <a:pPr marL="0" indent="0">
              <a:buNone/>
            </a:pPr>
            <a:endParaRPr lang="en-IN" dirty="0"/>
          </a:p>
        </p:txBody>
      </p:sp>
    </p:spTree>
    <p:extLst>
      <p:ext uri="{BB962C8B-B14F-4D97-AF65-F5344CB8AC3E}">
        <p14:creationId xmlns:p14="http://schemas.microsoft.com/office/powerpoint/2010/main" val="9484392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686259-922E-B330-EAAC-F784F61E0658}"/>
              </a:ext>
            </a:extLst>
          </p:cNvPr>
          <p:cNvSpPr>
            <a:spLocks noGrp="1"/>
          </p:cNvSpPr>
          <p:nvPr>
            <p:ph type="title"/>
          </p:nvPr>
        </p:nvSpPr>
        <p:spPr>
          <a:xfrm>
            <a:off x="311499" y="140677"/>
            <a:ext cx="11042301" cy="2280976"/>
          </a:xfrm>
        </p:spPr>
        <p:txBody>
          <a:bodyPr>
            <a:normAutofit/>
          </a:bodyPr>
          <a:lstStyle/>
          <a:p>
            <a:r>
              <a:rPr lang="en-US" dirty="0"/>
              <a:t>🌱 </a:t>
            </a:r>
            <a:r>
              <a:rPr lang="en-US" b="1" dirty="0"/>
              <a:t>Techniques for Sustainable Growth in Aquaculture:</a:t>
            </a:r>
            <a:br>
              <a:rPr lang="en-IN" dirty="0"/>
            </a:br>
            <a:endParaRPr lang="en-IN" dirty="0"/>
          </a:p>
        </p:txBody>
      </p:sp>
      <p:sp>
        <p:nvSpPr>
          <p:cNvPr id="3" name="Content Placeholder 2">
            <a:extLst>
              <a:ext uri="{FF2B5EF4-FFF2-40B4-BE49-F238E27FC236}">
                <a16:creationId xmlns:a16="http://schemas.microsoft.com/office/drawing/2014/main" id="{5CD5C45F-8602-4973-6AF5-2FB8EBBD75FC}"/>
              </a:ext>
            </a:extLst>
          </p:cNvPr>
          <p:cNvSpPr>
            <a:spLocks noGrp="1"/>
          </p:cNvSpPr>
          <p:nvPr>
            <p:ph idx="1"/>
          </p:nvPr>
        </p:nvSpPr>
        <p:spPr>
          <a:xfrm>
            <a:off x="391886" y="1959428"/>
            <a:ext cx="11800114" cy="4898571"/>
          </a:xfrm>
        </p:spPr>
        <p:txBody>
          <a:bodyPr/>
          <a:lstStyle/>
          <a:p>
            <a:r>
              <a:rPr lang="en-IN" dirty="0"/>
              <a:t>Pond Culture Technique</a:t>
            </a:r>
          </a:p>
          <a:p>
            <a:r>
              <a:rPr lang="en-IN" dirty="0"/>
              <a:t>Cage Culture Technique</a:t>
            </a:r>
          </a:p>
          <a:p>
            <a:r>
              <a:rPr lang="en-IN" dirty="0"/>
              <a:t>Recirculating Aquaculture Techniques</a:t>
            </a:r>
          </a:p>
          <a:p>
            <a:r>
              <a:rPr lang="en-IN" dirty="0"/>
              <a:t>Integrated Aquaculture techniques</a:t>
            </a:r>
          </a:p>
        </p:txBody>
      </p:sp>
    </p:spTree>
    <p:extLst>
      <p:ext uri="{BB962C8B-B14F-4D97-AF65-F5344CB8AC3E}">
        <p14:creationId xmlns:p14="http://schemas.microsoft.com/office/powerpoint/2010/main" val="3633993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A15A95-43D0-CD3E-CA7E-A0B1C94EF113}"/>
              </a:ext>
            </a:extLst>
          </p:cNvPr>
          <p:cNvSpPr>
            <a:spLocks noGrp="1"/>
          </p:cNvSpPr>
          <p:nvPr>
            <p:ph type="title"/>
          </p:nvPr>
        </p:nvSpPr>
        <p:spPr/>
        <p:txBody>
          <a:bodyPr/>
          <a:lstStyle/>
          <a:p>
            <a:r>
              <a:rPr lang="en-IN" dirty="0"/>
              <a:t>🌊</a:t>
            </a:r>
            <a:r>
              <a:rPr lang="en-IN" b="1" dirty="0"/>
              <a:t> 1.Pond Culture Techniques:</a:t>
            </a:r>
            <a:endParaRPr lang="en-IN" dirty="0"/>
          </a:p>
        </p:txBody>
      </p:sp>
      <p:pic>
        <p:nvPicPr>
          <p:cNvPr id="5" name="Content Placeholder 4" descr="A pond with a fish in it&#10;&#10;AI-generated content may be incorrect.">
            <a:extLst>
              <a:ext uri="{FF2B5EF4-FFF2-40B4-BE49-F238E27FC236}">
                <a16:creationId xmlns:a16="http://schemas.microsoft.com/office/drawing/2014/main" id="{01E64D98-15B3-3B5B-40BD-8D6A3CD45B4E}"/>
              </a:ext>
            </a:extLst>
          </p:cNvPr>
          <p:cNvPicPr>
            <a:picLocks noGrp="1" noChangeAspect="1"/>
          </p:cNvPicPr>
          <p:nvPr>
            <p:ph idx="1"/>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7455608" y="1878943"/>
            <a:ext cx="4491881" cy="3368911"/>
          </a:xfrm>
        </p:spPr>
      </p:pic>
      <p:sp>
        <p:nvSpPr>
          <p:cNvPr id="7" name="Rectangle 1">
            <a:extLst>
              <a:ext uri="{FF2B5EF4-FFF2-40B4-BE49-F238E27FC236}">
                <a16:creationId xmlns:a16="http://schemas.microsoft.com/office/drawing/2014/main" id="{0627EA80-764C-B911-EA25-7B0DAB4008CC}"/>
              </a:ext>
            </a:extLst>
          </p:cNvPr>
          <p:cNvSpPr>
            <a:spLocks noChangeArrowheads="1"/>
          </p:cNvSpPr>
          <p:nvPr/>
        </p:nvSpPr>
        <p:spPr bwMode="auto">
          <a:xfrm>
            <a:off x="70338" y="1919746"/>
            <a:ext cx="7244861" cy="35394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lang="en-US" altLang="en-US" sz="2800" b="1" dirty="0">
                <a:latin typeface="Arial" panose="020B0604020202020204" pitchFamily="34" charset="0"/>
              </a:rPr>
              <a:t>1.Pond Preparation</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2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Arial" panose="020B0604020202020204" pitchFamily="34" charset="0"/>
              </a:rPr>
              <a:t>Cleaning the pond</a:t>
            </a:r>
            <a:r>
              <a:rPr kumimoji="0" lang="en-US" altLang="en-US" sz="2400" b="0" i="0" u="none" strike="noStrike" cap="none" normalizeH="0" baseline="0" dirty="0">
                <a:ln>
                  <a:noFill/>
                </a:ln>
                <a:solidFill>
                  <a:schemeClr val="tx1"/>
                </a:solidFill>
                <a:effectLst/>
                <a:latin typeface="Arial" panose="020B0604020202020204" pitchFamily="34" charset="0"/>
              </a:rPr>
              <a:t> by removing weeds, mud, and unwanted fish.</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Arial" panose="020B0604020202020204" pitchFamily="34" charset="0"/>
              </a:rPr>
              <a:t>Drying the pond bottom</a:t>
            </a:r>
            <a:r>
              <a:rPr kumimoji="0" lang="en-US" altLang="en-US" sz="2400" b="0" i="0" u="none" strike="noStrike" cap="none" normalizeH="0" baseline="0" dirty="0">
                <a:ln>
                  <a:noFill/>
                </a:ln>
                <a:solidFill>
                  <a:schemeClr val="tx1"/>
                </a:solidFill>
                <a:effectLst/>
                <a:latin typeface="Arial" panose="020B0604020202020204" pitchFamily="34" charset="0"/>
              </a:rPr>
              <a:t> for a few days to kill germs.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Arial" panose="020B0604020202020204" pitchFamily="34" charset="0"/>
              </a:rPr>
              <a:t>Applying lime</a:t>
            </a:r>
            <a:r>
              <a:rPr kumimoji="0" lang="en-US" altLang="en-US" sz="2400" b="0" i="0" u="none" strike="noStrike" cap="none" normalizeH="0" baseline="0" dirty="0">
                <a:ln>
                  <a:noFill/>
                </a:ln>
                <a:solidFill>
                  <a:schemeClr val="tx1"/>
                </a:solidFill>
                <a:effectLst/>
                <a:latin typeface="Arial" panose="020B0604020202020204" pitchFamily="34" charset="0"/>
              </a:rPr>
              <a:t> to make the water safe and balance the </a:t>
            </a:r>
            <a:r>
              <a:rPr kumimoji="0" lang="en-US" altLang="en-US" sz="2400" b="0" i="0" u="none" strike="noStrike" cap="none" normalizeH="0" baseline="0" dirty="0" err="1">
                <a:ln>
                  <a:noFill/>
                </a:ln>
                <a:solidFill>
                  <a:schemeClr val="tx1"/>
                </a:solidFill>
                <a:effectLst/>
                <a:latin typeface="Arial" panose="020B0604020202020204" pitchFamily="34" charset="0"/>
              </a:rPr>
              <a:t>pH.</a:t>
            </a: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Arial" panose="020B0604020202020204" pitchFamily="34" charset="0"/>
              </a:rPr>
              <a:t>Adding fertilizer</a:t>
            </a:r>
            <a:r>
              <a:rPr kumimoji="0" lang="en-US" altLang="en-US" sz="2400" b="0" i="0" u="none" strike="noStrike" cap="none" normalizeH="0" baseline="0" dirty="0">
                <a:ln>
                  <a:noFill/>
                </a:ln>
                <a:solidFill>
                  <a:schemeClr val="tx1"/>
                </a:solidFill>
                <a:effectLst/>
                <a:latin typeface="Arial" panose="020B0604020202020204" pitchFamily="34" charset="0"/>
              </a:rPr>
              <a:t> so natural fish food can grow</a:t>
            </a:r>
          </a:p>
        </p:txBody>
      </p:sp>
    </p:spTree>
    <p:extLst>
      <p:ext uri="{BB962C8B-B14F-4D97-AF65-F5344CB8AC3E}">
        <p14:creationId xmlns:p14="http://schemas.microsoft.com/office/powerpoint/2010/main" val="13323137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952D00-A99A-8DF5-0714-CAD425FF5164}"/>
              </a:ext>
            </a:extLst>
          </p:cNvPr>
          <p:cNvSpPr>
            <a:spLocks noGrp="1"/>
          </p:cNvSpPr>
          <p:nvPr>
            <p:ph type="title"/>
          </p:nvPr>
        </p:nvSpPr>
        <p:spPr/>
        <p:txBody>
          <a:bodyPr/>
          <a:lstStyle/>
          <a:p>
            <a:r>
              <a:rPr lang="en-IN" dirty="0"/>
              <a:t>2. Stocking Fish</a:t>
            </a:r>
          </a:p>
        </p:txBody>
      </p:sp>
      <p:sp>
        <p:nvSpPr>
          <p:cNvPr id="3" name="Content Placeholder 2">
            <a:extLst>
              <a:ext uri="{FF2B5EF4-FFF2-40B4-BE49-F238E27FC236}">
                <a16:creationId xmlns:a16="http://schemas.microsoft.com/office/drawing/2014/main" id="{4E098EFD-EBDA-F626-8A20-9EB4F6C3660C}"/>
              </a:ext>
            </a:extLst>
          </p:cNvPr>
          <p:cNvSpPr>
            <a:spLocks noGrp="1"/>
          </p:cNvSpPr>
          <p:nvPr>
            <p:ph sz="half" idx="1"/>
          </p:nvPr>
        </p:nvSpPr>
        <p:spPr/>
        <p:txBody>
          <a:bodyPr>
            <a:normAutofit fontScale="92500" lnSpcReduction="20000"/>
          </a:bodyPr>
          <a:lstStyle/>
          <a:p>
            <a:r>
              <a:rPr lang="en-US" b="1" dirty="0"/>
              <a:t>Choose healthy and active fingerlings</a:t>
            </a:r>
            <a:r>
              <a:rPr lang="en-US" dirty="0"/>
              <a:t> from a trusted source.</a:t>
            </a:r>
          </a:p>
          <a:p>
            <a:r>
              <a:rPr lang="en-US" b="1" dirty="0"/>
              <a:t>Acclimate them</a:t>
            </a:r>
            <a:r>
              <a:rPr lang="en-US" dirty="0"/>
              <a:t> by slowly mixing pond water with the water they came in, so they don’t get stressed.</a:t>
            </a:r>
          </a:p>
          <a:p>
            <a:r>
              <a:rPr lang="en-US" b="1" dirty="0"/>
              <a:t>Use the right number of fish</a:t>
            </a:r>
            <a:r>
              <a:rPr lang="en-US" dirty="0"/>
              <a:t> for the pond size to avoid overcrowding.</a:t>
            </a:r>
          </a:p>
          <a:p>
            <a:r>
              <a:rPr lang="en-US" dirty="0"/>
              <a:t>Proper stocking increases survival and helps fish grow faster.</a:t>
            </a:r>
          </a:p>
          <a:p>
            <a:endParaRPr lang="en-IN" dirty="0"/>
          </a:p>
        </p:txBody>
      </p:sp>
      <p:pic>
        <p:nvPicPr>
          <p:cNvPr id="6" name="Content Placeholder 5" descr="A large truck with a fish on the side&#10;&#10;AI-generated content may be incorrect.">
            <a:extLst>
              <a:ext uri="{FF2B5EF4-FFF2-40B4-BE49-F238E27FC236}">
                <a16:creationId xmlns:a16="http://schemas.microsoft.com/office/drawing/2014/main" id="{6CC985C9-70BA-B8CC-B287-5BD9A28D06CF}"/>
              </a:ext>
            </a:extLst>
          </p:cNvPr>
          <p:cNvPicPr>
            <a:picLocks noGrp="1" noChangeAspect="1"/>
          </p:cNvPicPr>
          <p:nvPr>
            <p:ph sz="half" idx="2"/>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6172200" y="1690688"/>
            <a:ext cx="5181600" cy="4486275"/>
          </a:xfrm>
        </p:spPr>
      </p:pic>
    </p:spTree>
    <p:extLst>
      <p:ext uri="{BB962C8B-B14F-4D97-AF65-F5344CB8AC3E}">
        <p14:creationId xmlns:p14="http://schemas.microsoft.com/office/powerpoint/2010/main" val="5798681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7E41EA-57AC-E9FE-91DF-D8139F57DBEF}"/>
              </a:ext>
            </a:extLst>
          </p:cNvPr>
          <p:cNvSpPr>
            <a:spLocks noGrp="1"/>
          </p:cNvSpPr>
          <p:nvPr>
            <p:ph type="title"/>
          </p:nvPr>
        </p:nvSpPr>
        <p:spPr/>
        <p:txBody>
          <a:bodyPr>
            <a:normAutofit/>
          </a:bodyPr>
          <a:lstStyle/>
          <a:p>
            <a:r>
              <a:rPr lang="en-IN" sz="4000" dirty="0"/>
              <a:t>3. Feeding and Nutrition &amp; Water Quality Management</a:t>
            </a:r>
          </a:p>
        </p:txBody>
      </p:sp>
      <p:pic>
        <p:nvPicPr>
          <p:cNvPr id="7" name="Content Placeholder 6" descr="A hand holding food in front of a group of fish&#10;&#10;AI-generated content may be incorrect.">
            <a:extLst>
              <a:ext uri="{FF2B5EF4-FFF2-40B4-BE49-F238E27FC236}">
                <a16:creationId xmlns:a16="http://schemas.microsoft.com/office/drawing/2014/main" id="{78B26899-9474-3EAC-6267-315F84304E83}"/>
              </a:ext>
            </a:extLst>
          </p:cNvPr>
          <p:cNvPicPr>
            <a:picLocks noGrp="1" noChangeAspect="1"/>
          </p:cNvPicPr>
          <p:nvPr>
            <p:ph sz="half" idx="2"/>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6578321" y="2703728"/>
            <a:ext cx="5181600" cy="2716638"/>
          </a:xfrm>
        </p:spPr>
      </p:pic>
      <p:sp>
        <p:nvSpPr>
          <p:cNvPr id="5" name="Rectangle 1">
            <a:extLst>
              <a:ext uri="{FF2B5EF4-FFF2-40B4-BE49-F238E27FC236}">
                <a16:creationId xmlns:a16="http://schemas.microsoft.com/office/drawing/2014/main" id="{D386069B-03A9-C41F-9356-753E9FDD99A7}"/>
              </a:ext>
            </a:extLst>
          </p:cNvPr>
          <p:cNvSpPr>
            <a:spLocks noGrp="1" noChangeArrowheads="1"/>
          </p:cNvSpPr>
          <p:nvPr>
            <p:ph sz="half" idx="1"/>
          </p:nvPr>
        </p:nvSpPr>
        <p:spPr bwMode="auto">
          <a:xfrm>
            <a:off x="-1" y="494644"/>
            <a:ext cx="6742445" cy="8929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1800"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1800"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endParaRPr lang="en-US" altLang="en-US" sz="1800"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Use </a:t>
            </a:r>
            <a:r>
              <a:rPr kumimoji="0" lang="en-US" altLang="en-US" sz="1800" b="1" i="0" u="none" strike="noStrike" cap="none" normalizeH="0" baseline="0" dirty="0">
                <a:ln>
                  <a:noFill/>
                </a:ln>
                <a:solidFill>
                  <a:schemeClr val="tx1"/>
                </a:solidFill>
                <a:effectLst/>
                <a:latin typeface="Arial" panose="020B0604020202020204" pitchFamily="34" charset="0"/>
              </a:rPr>
              <a:t>nutritious feed</a:t>
            </a:r>
            <a:r>
              <a:rPr kumimoji="0" lang="en-US" altLang="en-US" sz="1800" b="0" i="0" u="none" strike="noStrike" cap="none" normalizeH="0" baseline="0" dirty="0">
                <a:ln>
                  <a:noFill/>
                </a:ln>
                <a:solidFill>
                  <a:schemeClr val="tx1"/>
                </a:solidFill>
                <a:effectLst/>
                <a:latin typeface="Arial" panose="020B0604020202020204" pitchFamily="34" charset="0"/>
              </a:rPr>
              <a:t> that contains protein,</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0" i="0" u="none" strike="noStrike" cap="none" normalizeH="0" baseline="0" dirty="0">
                <a:ln>
                  <a:noFill/>
                </a:ln>
                <a:solidFill>
                  <a:schemeClr val="tx1"/>
                </a:solidFill>
                <a:effectLst/>
                <a:latin typeface="Arial" panose="020B0604020202020204" pitchFamily="34" charset="0"/>
              </a:rPr>
              <a:t> vitamins, and minerals.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Feed regularly</a:t>
            </a:r>
            <a:r>
              <a:rPr kumimoji="0" lang="en-US" altLang="en-US" sz="1800" b="0" i="0" u="none" strike="noStrike" cap="none" normalizeH="0" baseline="0" dirty="0">
                <a:ln>
                  <a:noFill/>
                </a:ln>
                <a:solidFill>
                  <a:schemeClr val="tx1"/>
                </a:solidFill>
                <a:effectLst/>
                <a:latin typeface="Arial" panose="020B0604020202020204" pitchFamily="34" charset="0"/>
              </a:rPr>
              <a:t>, usually 2–3 times a day.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Avoid overfeeding</a:t>
            </a:r>
            <a:r>
              <a:rPr kumimoji="0" lang="en-US" altLang="en-US" sz="1800" b="0" i="0" u="none" strike="noStrike" cap="none" normalizeH="0" baseline="0" dirty="0">
                <a:ln>
                  <a:noFill/>
                </a:ln>
                <a:solidFill>
                  <a:schemeClr val="tx1"/>
                </a:solidFill>
                <a:effectLst/>
                <a:latin typeface="Arial" panose="020B0604020202020204" pitchFamily="34" charset="0"/>
              </a:rPr>
              <a:t>, because extra feed sinks and spoils the water.</a:t>
            </a:r>
            <a:endParaRPr lang="en-US" altLang="en-US" sz="1800" dirty="0">
              <a:latin typeface="Arial" panose="020B0604020202020204" pitchFamily="34" charset="0"/>
            </a:endParaRPr>
          </a:p>
          <a:p>
            <a:r>
              <a:rPr lang="en-US" sz="1800" dirty="0"/>
              <a:t>Farmers should check:</a:t>
            </a:r>
          </a:p>
          <a:p>
            <a:r>
              <a:rPr lang="en-US" sz="1800" b="1" dirty="0"/>
              <a:t>Temperature</a:t>
            </a:r>
            <a:endParaRPr lang="en-US" sz="1800" dirty="0"/>
          </a:p>
          <a:p>
            <a:r>
              <a:rPr lang="en-US" sz="1800" b="1" dirty="0"/>
              <a:t>pH level</a:t>
            </a:r>
            <a:endParaRPr lang="en-US" sz="1800" dirty="0"/>
          </a:p>
          <a:p>
            <a:r>
              <a:rPr lang="en-US" sz="1800" b="1" dirty="0"/>
              <a:t>Water color</a:t>
            </a:r>
            <a:endParaRPr lang="en-US" sz="1800" dirty="0"/>
          </a:p>
          <a:p>
            <a:r>
              <a:rPr lang="en-US" sz="1800" dirty="0"/>
              <a:t>They should:</a:t>
            </a:r>
          </a:p>
          <a:p>
            <a:r>
              <a:rPr lang="en-US" sz="1800" dirty="0"/>
              <a:t>Use aerators or paddle wheels to increase oxygen.</a:t>
            </a:r>
          </a:p>
          <a:p>
            <a:r>
              <a:rPr lang="en-US" sz="1800" dirty="0"/>
              <a:t>Change some water if it becomes dirty or smells bad.</a:t>
            </a:r>
          </a:p>
          <a:p>
            <a:r>
              <a:rPr lang="en-US" sz="1800" dirty="0"/>
              <a:t>Keep chemicals and pollutants away from the pond.</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endParaRPr lang="en-US" altLang="en-US" sz="1800"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endParaRPr lang="en-US" altLang="en-US" sz="1800"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endParaRPr lang="en-US" altLang="en-US" sz="1800"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endParaRPr lang="en-US" altLang="en-US" sz="1800"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5670230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A15AD6-4585-1673-FC6F-73E520711051}"/>
              </a:ext>
            </a:extLst>
          </p:cNvPr>
          <p:cNvSpPr>
            <a:spLocks noGrp="1"/>
          </p:cNvSpPr>
          <p:nvPr>
            <p:ph type="title"/>
          </p:nvPr>
        </p:nvSpPr>
        <p:spPr/>
        <p:txBody>
          <a:bodyPr/>
          <a:lstStyle/>
          <a:p>
            <a:r>
              <a:rPr lang="en-IN" dirty="0"/>
              <a:t>4.Harvesting and Post-Harvest Handling</a:t>
            </a:r>
          </a:p>
        </p:txBody>
      </p:sp>
      <p:pic>
        <p:nvPicPr>
          <p:cNvPr id="10" name="Content Placeholder 9" descr="A group of men collecting fish from a net&#10;&#10;AI-generated content may be incorrect.">
            <a:extLst>
              <a:ext uri="{FF2B5EF4-FFF2-40B4-BE49-F238E27FC236}">
                <a16:creationId xmlns:a16="http://schemas.microsoft.com/office/drawing/2014/main" id="{7E865891-4575-877D-D0C8-B41F6D69E063}"/>
              </a:ext>
            </a:extLst>
          </p:cNvPr>
          <p:cNvPicPr>
            <a:picLocks noGrp="1" noChangeAspect="1"/>
          </p:cNvPicPr>
          <p:nvPr>
            <p:ph sz="half" idx="2"/>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6599583" y="2048255"/>
            <a:ext cx="5181600" cy="3886200"/>
          </a:xfrm>
        </p:spPr>
      </p:pic>
      <p:sp>
        <p:nvSpPr>
          <p:cNvPr id="5" name="Rectangle 1">
            <a:extLst>
              <a:ext uri="{FF2B5EF4-FFF2-40B4-BE49-F238E27FC236}">
                <a16:creationId xmlns:a16="http://schemas.microsoft.com/office/drawing/2014/main" id="{C9DF3439-15FA-EDB3-783C-789FD51B5C3B}"/>
              </a:ext>
            </a:extLst>
          </p:cNvPr>
          <p:cNvSpPr>
            <a:spLocks noGrp="1" noChangeArrowheads="1"/>
          </p:cNvSpPr>
          <p:nvPr>
            <p:ph sz="half" idx="1"/>
          </p:nvPr>
        </p:nvSpPr>
        <p:spPr bwMode="auto">
          <a:xfrm>
            <a:off x="838200" y="2293138"/>
            <a:ext cx="5227713"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1" i="0" u="none" strike="noStrike" cap="none" normalizeH="0" baseline="0" dirty="0">
                <a:ln>
                  <a:noFill/>
                </a:ln>
                <a:solidFill>
                  <a:schemeClr val="tx1"/>
                </a:solidFill>
                <a:effectLst/>
                <a:latin typeface="Arial" panose="020B0604020202020204" pitchFamily="34" charset="0"/>
              </a:rPr>
              <a:t>.Use nets</a:t>
            </a:r>
            <a:r>
              <a:rPr kumimoji="0" lang="en-US" altLang="en-US" sz="1800" b="0" i="0" u="none" strike="noStrike" cap="none" normalizeH="0" baseline="0" dirty="0">
                <a:ln>
                  <a:noFill/>
                </a:ln>
                <a:solidFill>
                  <a:schemeClr val="tx1"/>
                </a:solidFill>
                <a:effectLst/>
                <a:latin typeface="Arial" panose="020B0604020202020204" pitchFamily="34" charset="0"/>
              </a:rPr>
              <a:t> or sometimes drain the pond.</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Handle the fish </a:t>
            </a:r>
            <a:r>
              <a:rPr kumimoji="0" lang="en-US" altLang="en-US" sz="1800" b="1" i="0" u="none" strike="noStrike" cap="none" normalizeH="0" baseline="0" dirty="0">
                <a:ln>
                  <a:noFill/>
                </a:ln>
                <a:solidFill>
                  <a:schemeClr val="tx1"/>
                </a:solidFill>
                <a:effectLst/>
                <a:latin typeface="Arial" panose="020B0604020202020204" pitchFamily="34" charset="0"/>
              </a:rPr>
              <a:t>carefully</a:t>
            </a:r>
            <a:r>
              <a:rPr kumimoji="0" lang="en-US" altLang="en-US" sz="1800" b="0" i="0" u="none" strike="noStrike" cap="none" normalizeH="0" baseline="0" dirty="0">
                <a:ln>
                  <a:noFill/>
                </a:ln>
                <a:solidFill>
                  <a:schemeClr val="tx1"/>
                </a:solidFill>
                <a:effectLst/>
                <a:latin typeface="Arial" panose="020B0604020202020204" pitchFamily="34" charset="0"/>
              </a:rPr>
              <a:t> to avoid hurting them.</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Sort them by size if needed</a:t>
            </a:r>
            <a:endParaRPr lang="en-US" altLang="en-US" sz="1800"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lang="en-US" altLang="en-US" sz="1800" dirty="0">
                <a:latin typeface="Arial" panose="020B0604020202020204" pitchFamily="34" charset="0"/>
              </a:rPr>
              <a:t>Washing the fish to remove dirt.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Sorting and grading by size and quality.</a:t>
            </a:r>
          </a:p>
          <a:p>
            <a:pPr marL="0" marR="0" lvl="0" indent="0" algn="l" defTabSz="914400" rtl="0" eaLnBrk="0" fontAlgn="base" latinLnBrk="0" hangingPunct="0">
              <a:lnSpc>
                <a:spcPct val="100000"/>
              </a:lnSpc>
              <a:spcBef>
                <a:spcPct val="0"/>
              </a:spcBef>
              <a:spcAft>
                <a:spcPct val="0"/>
              </a:spcAft>
              <a:buClrTx/>
              <a:buSzTx/>
              <a:buFontTx/>
              <a:buChar char="•"/>
              <a:tabLst/>
            </a:pPr>
            <a:r>
              <a:rPr lang="en-US" altLang="en-US" sz="1800" dirty="0">
                <a:latin typeface="Arial" panose="020B0604020202020204" pitchFamily="34" charset="0"/>
              </a:rPr>
              <a:t>Keep the fish on ice or in cold boxes to maintain </a:t>
            </a:r>
          </a:p>
          <a:p>
            <a:pPr marL="0" marR="0" lvl="0" indent="0" algn="l" defTabSz="914400" rtl="0" eaLnBrk="0" fontAlgn="base" latinLnBrk="0" hangingPunct="0">
              <a:lnSpc>
                <a:spcPct val="100000"/>
              </a:lnSpc>
              <a:spcBef>
                <a:spcPct val="0"/>
              </a:spcBef>
              <a:spcAft>
                <a:spcPct val="0"/>
              </a:spcAft>
              <a:buClrTx/>
              <a:buSzTx/>
              <a:buNone/>
              <a:tabLst/>
            </a:pPr>
            <a:r>
              <a:rPr lang="en-US" altLang="en-US" sz="1800" dirty="0">
                <a:latin typeface="Arial" panose="020B0604020202020204" pitchFamily="34" charset="0"/>
              </a:rPr>
              <a:t>f</a:t>
            </a:r>
            <a:r>
              <a:rPr kumimoji="0" lang="en-US" altLang="en-US" sz="1800" b="0" i="0" u="none" strike="noStrike" cap="none" normalizeH="0" baseline="0" dirty="0">
                <a:ln>
                  <a:noFill/>
                </a:ln>
                <a:solidFill>
                  <a:schemeClr val="tx1"/>
                </a:solidFill>
                <a:effectLst/>
                <a:latin typeface="Arial" panose="020B0604020202020204" pitchFamily="34" charset="0"/>
              </a:rPr>
              <a:t>reshness.</a:t>
            </a:r>
          </a:p>
          <a:p>
            <a:pPr marL="0" marR="0" lvl="0" indent="0" algn="l" defTabSz="914400" rtl="0" eaLnBrk="0" fontAlgn="base" latinLnBrk="0" hangingPunct="0">
              <a:lnSpc>
                <a:spcPct val="100000"/>
              </a:lnSpc>
              <a:spcBef>
                <a:spcPct val="0"/>
              </a:spcBef>
              <a:spcAft>
                <a:spcPct val="0"/>
              </a:spcAft>
              <a:buClrTx/>
              <a:buSzTx/>
              <a:buNone/>
              <a:tabLst/>
            </a:pPr>
            <a:r>
              <a:rPr lang="en-US" altLang="en-US" sz="1800" dirty="0">
                <a:latin typeface="Arial" panose="020B0604020202020204" pitchFamily="34" charset="0"/>
              </a:rPr>
              <a:t>Transporting quickly to the market.</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endParaRPr lang="en-US" altLang="en-US" sz="1800"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1" name="TextBox 10">
            <a:extLst>
              <a:ext uri="{FF2B5EF4-FFF2-40B4-BE49-F238E27FC236}">
                <a16:creationId xmlns:a16="http://schemas.microsoft.com/office/drawing/2014/main" id="{F9994E49-362C-8678-DECF-B3323857310D}"/>
              </a:ext>
            </a:extLst>
          </p:cNvPr>
          <p:cNvSpPr txBox="1"/>
          <p:nvPr/>
        </p:nvSpPr>
        <p:spPr>
          <a:xfrm>
            <a:off x="6599583" y="5934455"/>
            <a:ext cx="5181600" cy="230832"/>
          </a:xfrm>
          <a:prstGeom prst="rect">
            <a:avLst/>
          </a:prstGeom>
          <a:noFill/>
        </p:spPr>
        <p:txBody>
          <a:bodyPr wrap="square" rtlCol="0">
            <a:spAutoFit/>
          </a:bodyPr>
          <a:lstStyle/>
          <a:p>
            <a:r>
              <a:rPr lang="en-IN" sz="900">
                <a:hlinkClick r:id="rId3" tooltip="http://www.flickr.com/photos/theworldfishcenter/9020431301/"/>
              </a:rPr>
              <a:t>This Photo</a:t>
            </a:r>
            <a:r>
              <a:rPr lang="en-IN" sz="900"/>
              <a:t> by Unknown Author is licensed under </a:t>
            </a:r>
            <a:r>
              <a:rPr lang="en-IN" sz="900">
                <a:hlinkClick r:id="rId4" tooltip="https://creativecommons.org/licenses/by-nc-nd/3.0/"/>
              </a:rPr>
              <a:t>CC BY-NC-ND</a:t>
            </a:r>
            <a:endParaRPr lang="en-IN" sz="900"/>
          </a:p>
        </p:txBody>
      </p:sp>
    </p:spTree>
    <p:extLst>
      <p:ext uri="{BB962C8B-B14F-4D97-AF65-F5344CB8AC3E}">
        <p14:creationId xmlns:p14="http://schemas.microsoft.com/office/powerpoint/2010/main" val="38252181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4B165D-3F90-E7A2-86D5-E43462BCC32E}"/>
              </a:ext>
            </a:extLst>
          </p:cNvPr>
          <p:cNvSpPr>
            <a:spLocks noGrp="1"/>
          </p:cNvSpPr>
          <p:nvPr>
            <p:ph type="ctrTitle"/>
          </p:nvPr>
        </p:nvSpPr>
        <p:spPr>
          <a:xfrm>
            <a:off x="788505" y="198784"/>
            <a:ext cx="9945756" cy="1828800"/>
          </a:xfrm>
        </p:spPr>
        <p:txBody>
          <a:bodyPr>
            <a:normAutofit/>
          </a:bodyPr>
          <a:lstStyle/>
          <a:p>
            <a:r>
              <a:rPr lang="en-IN" dirty="0"/>
              <a:t>🏡 </a:t>
            </a:r>
            <a:r>
              <a:rPr lang="en-IN" sz="4800" b="1" dirty="0"/>
              <a:t>Village Description – </a:t>
            </a:r>
            <a:r>
              <a:rPr lang="en-IN" sz="4800" b="1" dirty="0" err="1"/>
              <a:t>Pasaladeevi</a:t>
            </a:r>
            <a:br>
              <a:rPr lang="en-IN" sz="4800" b="1" dirty="0"/>
            </a:br>
            <a:endParaRPr lang="en-IN" sz="4800" dirty="0"/>
          </a:p>
        </p:txBody>
      </p:sp>
      <p:sp>
        <p:nvSpPr>
          <p:cNvPr id="3" name="Subtitle 2">
            <a:extLst>
              <a:ext uri="{FF2B5EF4-FFF2-40B4-BE49-F238E27FC236}">
                <a16:creationId xmlns:a16="http://schemas.microsoft.com/office/drawing/2014/main" id="{4CC7732F-47E8-78C5-8C96-EBB0C04E73EC}"/>
              </a:ext>
            </a:extLst>
          </p:cNvPr>
          <p:cNvSpPr>
            <a:spLocks noGrp="1"/>
          </p:cNvSpPr>
          <p:nvPr>
            <p:ph type="subTitle" idx="1"/>
          </p:nvPr>
        </p:nvSpPr>
        <p:spPr>
          <a:xfrm>
            <a:off x="218661" y="2246243"/>
            <a:ext cx="11658600" cy="4522305"/>
          </a:xfrm>
        </p:spPr>
        <p:txBody>
          <a:bodyPr/>
          <a:lstStyle/>
          <a:p>
            <a:r>
              <a:rPr lang="en-US" dirty="0" err="1"/>
              <a:t>Pasaladeevi</a:t>
            </a:r>
            <a:r>
              <a:rPr lang="en-US" dirty="0"/>
              <a:t> is a small coastal village known for its close connection to water bodies such as ponds, canals, and backwaters. Most families depend on </a:t>
            </a:r>
            <a:r>
              <a:rPr lang="en-US" b="1" dirty="0"/>
              <a:t>fishing and aquaculture</a:t>
            </a:r>
            <a:r>
              <a:rPr lang="en-US" dirty="0"/>
              <a:t> as their main source of income. The village has a calm environment, fertile land, and good availability of natural water resources, making it suitable for fish and prawn farming.</a:t>
            </a:r>
          </a:p>
          <a:p>
            <a:r>
              <a:rPr lang="en-US" dirty="0"/>
              <a:t>The people of </a:t>
            </a:r>
            <a:r>
              <a:rPr lang="en-US" dirty="0" err="1"/>
              <a:t>Pasaladeevi</a:t>
            </a:r>
            <a:r>
              <a:rPr lang="en-US" dirty="0"/>
              <a:t> are hardworking and skilled in traditional aquaculture practices, especially shrimp and fish culture. However, many farmers still use old methods, which sometimes lead to low production, disease outbreaks, and water pollution. With proper training and modern sustainable techniques, the village has great potential to improve aquaculture productivity and income. Therefore, the community service project aims to support </a:t>
            </a:r>
            <a:r>
              <a:rPr lang="en-US" dirty="0" err="1"/>
              <a:t>Pasaladeevi</a:t>
            </a:r>
            <a:r>
              <a:rPr lang="en-US" dirty="0"/>
              <a:t> by introducing </a:t>
            </a:r>
            <a:r>
              <a:rPr lang="en-US" b="1" dirty="0"/>
              <a:t>environment-friendly, cost-effective, and sustainable aquaculture techniques</a:t>
            </a:r>
            <a:r>
              <a:rPr lang="en-US" dirty="0"/>
              <a:t>.</a:t>
            </a:r>
          </a:p>
          <a:p>
            <a:endParaRPr lang="en-IN" dirty="0"/>
          </a:p>
        </p:txBody>
      </p:sp>
    </p:spTree>
    <p:extLst>
      <p:ext uri="{BB962C8B-B14F-4D97-AF65-F5344CB8AC3E}">
        <p14:creationId xmlns:p14="http://schemas.microsoft.com/office/powerpoint/2010/main" val="34244294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3FB87B-2399-579C-5248-6A8D674600DA}"/>
              </a:ext>
            </a:extLst>
          </p:cNvPr>
          <p:cNvSpPr>
            <a:spLocks noGrp="1"/>
          </p:cNvSpPr>
          <p:nvPr>
            <p:ph type="ctrTitle"/>
          </p:nvPr>
        </p:nvSpPr>
        <p:spPr>
          <a:xfrm>
            <a:off x="708992" y="-1044368"/>
            <a:ext cx="9144000" cy="2387600"/>
          </a:xfrm>
        </p:spPr>
        <p:txBody>
          <a:bodyPr>
            <a:normAutofit/>
          </a:bodyPr>
          <a:lstStyle/>
          <a:p>
            <a:r>
              <a:rPr lang="en-IN" sz="4000" dirty="0"/>
              <a:t>📝 </a:t>
            </a:r>
            <a:r>
              <a:rPr lang="en-IN" sz="4000" b="1" dirty="0"/>
              <a:t>Village Survey – </a:t>
            </a:r>
            <a:r>
              <a:rPr lang="en-IN" sz="4000" b="1" dirty="0" err="1"/>
              <a:t>Pasaladeevi</a:t>
            </a:r>
            <a:r>
              <a:rPr lang="en-IN" sz="4000" b="1" dirty="0"/>
              <a:t> (For Aquaculture Development Project)</a:t>
            </a:r>
            <a:endParaRPr lang="en-IN" sz="4000" dirty="0"/>
          </a:p>
        </p:txBody>
      </p:sp>
      <p:sp>
        <p:nvSpPr>
          <p:cNvPr id="3" name="Subtitle 2">
            <a:extLst>
              <a:ext uri="{FF2B5EF4-FFF2-40B4-BE49-F238E27FC236}">
                <a16:creationId xmlns:a16="http://schemas.microsoft.com/office/drawing/2014/main" id="{4EDA6D4B-8EDE-266E-A088-7DFFB97605EF}"/>
              </a:ext>
            </a:extLst>
          </p:cNvPr>
          <p:cNvSpPr>
            <a:spLocks noGrp="1"/>
          </p:cNvSpPr>
          <p:nvPr>
            <p:ph type="subTitle" idx="1"/>
          </p:nvPr>
        </p:nvSpPr>
        <p:spPr>
          <a:xfrm>
            <a:off x="0" y="1451113"/>
            <a:ext cx="12192000" cy="5406887"/>
          </a:xfrm>
        </p:spPr>
        <p:txBody>
          <a:bodyPr>
            <a:normAutofit/>
          </a:bodyPr>
          <a:lstStyle/>
          <a:p>
            <a:pPr algn="l"/>
            <a:r>
              <a:rPr lang="en-US" b="1" dirty="0"/>
              <a:t>1. Purpose of the Survey</a:t>
            </a:r>
          </a:p>
          <a:p>
            <a:pPr algn="l"/>
            <a:r>
              <a:rPr lang="en-US" dirty="0"/>
              <a:t>The survey aims to understand the existing aquaculture practices in </a:t>
            </a:r>
            <a:r>
              <a:rPr lang="en-US" dirty="0" err="1"/>
              <a:t>Pasaladeevi</a:t>
            </a:r>
            <a:r>
              <a:rPr lang="en-US" dirty="0"/>
              <a:t> and identify areas where sustainable techniques can be introduced to improve production and protect the environment.</a:t>
            </a:r>
          </a:p>
          <a:p>
            <a:pPr algn="l"/>
            <a:r>
              <a:rPr lang="en-US" b="1" dirty="0"/>
              <a:t>2. Survey Findings</a:t>
            </a:r>
          </a:p>
          <a:p>
            <a:pPr algn="l"/>
            <a:r>
              <a:rPr lang="en-US" sz="2000" dirty="0"/>
              <a:t>a) Aquaculture Practices in the Village.</a:t>
            </a:r>
          </a:p>
          <a:p>
            <a:pPr algn="l"/>
            <a:r>
              <a:rPr lang="en-US" sz="2000" dirty="0"/>
              <a:t>b) Water Resources</a:t>
            </a:r>
          </a:p>
          <a:p>
            <a:pPr algn="l"/>
            <a:r>
              <a:rPr lang="en-US" sz="2000" dirty="0"/>
              <a:t>c) Pond Management Practices</a:t>
            </a:r>
          </a:p>
          <a:p>
            <a:pPr algn="l"/>
            <a:r>
              <a:rPr lang="en-US" sz="2000" dirty="0"/>
              <a:t>d) Stocking and Fish Seed Availability</a:t>
            </a:r>
          </a:p>
          <a:p>
            <a:pPr algn="l"/>
            <a:r>
              <a:rPr lang="en-US" sz="2000" dirty="0"/>
              <a:t>e) Feeding and Nutrition</a:t>
            </a:r>
          </a:p>
          <a:p>
            <a:pPr algn="l"/>
            <a:r>
              <a:rPr lang="en-US" sz="2000" dirty="0"/>
              <a:t>f) Disease and Health Management</a:t>
            </a:r>
          </a:p>
          <a:p>
            <a:pPr algn="l"/>
            <a:r>
              <a:rPr lang="en-US" sz="2000" dirty="0"/>
              <a:t>g) Harvesting and Post-Harvest Handling</a:t>
            </a:r>
          </a:p>
          <a:p>
            <a:endParaRPr lang="en-IN" dirty="0"/>
          </a:p>
        </p:txBody>
      </p:sp>
    </p:spTree>
    <p:extLst>
      <p:ext uri="{BB962C8B-B14F-4D97-AF65-F5344CB8AC3E}">
        <p14:creationId xmlns:p14="http://schemas.microsoft.com/office/powerpoint/2010/main" val="25731503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F0616F-C056-A05C-9C17-FC9C7C9009C9}"/>
              </a:ext>
            </a:extLst>
          </p:cNvPr>
          <p:cNvSpPr>
            <a:spLocks noGrp="1"/>
          </p:cNvSpPr>
          <p:nvPr>
            <p:ph type="title"/>
          </p:nvPr>
        </p:nvSpPr>
        <p:spPr/>
        <p:txBody>
          <a:bodyPr/>
          <a:lstStyle/>
          <a:p>
            <a:r>
              <a:rPr lang="en-IN" dirty="0"/>
              <a:t>Survey Photos:</a:t>
            </a:r>
          </a:p>
        </p:txBody>
      </p:sp>
      <p:pic>
        <p:nvPicPr>
          <p:cNvPr id="6" name="Content Placeholder 5" descr="A group of people standing in a circle&#10;&#10;AI-generated content may be incorrect.">
            <a:extLst>
              <a:ext uri="{FF2B5EF4-FFF2-40B4-BE49-F238E27FC236}">
                <a16:creationId xmlns:a16="http://schemas.microsoft.com/office/drawing/2014/main" id="{C509D995-F110-DB40-D542-85AD7FB31C6B}"/>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838200" y="1825625"/>
            <a:ext cx="4383157" cy="4562060"/>
          </a:xfrm>
        </p:spPr>
      </p:pic>
      <p:pic>
        <p:nvPicPr>
          <p:cNvPr id="8" name="Content Placeholder 7" descr="Several boats in a river&#10;&#10;AI-generated content may be incorrect.">
            <a:extLst>
              <a:ext uri="{FF2B5EF4-FFF2-40B4-BE49-F238E27FC236}">
                <a16:creationId xmlns:a16="http://schemas.microsoft.com/office/drawing/2014/main" id="{55788C24-7CF6-088A-4896-611D1725EA20}"/>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5943600" y="1825625"/>
            <a:ext cx="5784574" cy="4351338"/>
          </a:xfrm>
        </p:spPr>
      </p:pic>
    </p:spTree>
    <p:extLst>
      <p:ext uri="{BB962C8B-B14F-4D97-AF65-F5344CB8AC3E}">
        <p14:creationId xmlns:p14="http://schemas.microsoft.com/office/powerpoint/2010/main" val="40725100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7D2D7D-A70F-362B-85C7-03AF1BDCAADB}"/>
              </a:ext>
            </a:extLst>
          </p:cNvPr>
          <p:cNvSpPr>
            <a:spLocks noGrp="1"/>
          </p:cNvSpPr>
          <p:nvPr>
            <p:ph type="title"/>
          </p:nvPr>
        </p:nvSpPr>
        <p:spPr>
          <a:xfrm>
            <a:off x="619539" y="742812"/>
            <a:ext cx="10515600" cy="6015797"/>
          </a:xfrm>
        </p:spPr>
        <p:txBody>
          <a:bodyPr>
            <a:normAutofit/>
          </a:bodyPr>
          <a:lstStyle/>
          <a:p>
            <a:r>
              <a:rPr lang="en-IN" sz="6600" i="1" dirty="0">
                <a:solidFill>
                  <a:schemeClr val="accent5">
                    <a:lumMod val="50000"/>
                  </a:schemeClr>
                </a:solidFill>
              </a:rPr>
              <a:t>                  THANKYOU!</a:t>
            </a:r>
          </a:p>
        </p:txBody>
      </p:sp>
    </p:spTree>
    <p:extLst>
      <p:ext uri="{BB962C8B-B14F-4D97-AF65-F5344CB8AC3E}">
        <p14:creationId xmlns:p14="http://schemas.microsoft.com/office/powerpoint/2010/main" val="313111054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85</TotalTime>
  <Words>703</Words>
  <Application>Microsoft Office PowerPoint</Application>
  <PresentationFormat>Widescreen</PresentationFormat>
  <Paragraphs>86</Paragraphs>
  <Slides>11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11</vt:i4>
      </vt:variant>
    </vt:vector>
  </HeadingPairs>
  <TitlesOfParts>
    <vt:vector size="17" baseType="lpstr">
      <vt:lpstr>Algerian</vt:lpstr>
      <vt:lpstr>Aptos</vt:lpstr>
      <vt:lpstr>Aptos Display</vt:lpstr>
      <vt:lpstr>Arial</vt:lpstr>
      <vt:lpstr>Felix Titling</vt:lpstr>
      <vt:lpstr>Office Theme</vt:lpstr>
      <vt:lpstr>SWARNANDHRa COLLEGE OF     ENGINEERING AND TECHNOLOGY DEPARTMENT OF CYBER SECURITY</vt:lpstr>
      <vt:lpstr>TITLE: Aqua culture development: enhancing techniques for sustainable growth</vt:lpstr>
      <vt:lpstr>🌱 Techniques for Sustainable Growth in Aquaculture: </vt:lpstr>
      <vt:lpstr>🌊 1.Pond Culture Techniques:</vt:lpstr>
      <vt:lpstr>2. Stocking Fish</vt:lpstr>
      <vt:lpstr>3. Feeding and Nutrition &amp; Water Quality Management</vt:lpstr>
      <vt:lpstr>4.Harvesting and Post-Harvest Handling</vt:lpstr>
      <vt:lpstr>🏡 Village Description – Pasaladeevi </vt:lpstr>
      <vt:lpstr>📝 Village Survey – Pasaladeevi (For Aquaculture Development Project)</vt:lpstr>
      <vt:lpstr>Survey Photos:</vt:lpstr>
      <vt:lpstr>                  THANKYOU!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Pulaparthi Balaji</dc:creator>
  <cp:lastModifiedBy>Pulaparthi Balaji</cp:lastModifiedBy>
  <cp:revision>1</cp:revision>
  <dcterms:created xsi:type="dcterms:W3CDTF">2025-12-07T08:40:33Z</dcterms:created>
  <dcterms:modified xsi:type="dcterms:W3CDTF">2025-12-07T10:26:58Z</dcterms:modified>
</cp:coreProperties>
</file>