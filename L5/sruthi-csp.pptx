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1" r:id="rId5"/>
    <p:sldId id="262" r:id="rId6"/>
    <p:sldId id="263" r:id="rId7"/>
    <p:sldId id="271" r:id="rId8"/>
    <p:sldId id="272" r:id="rId9"/>
    <p:sldId id="273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06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31991-85FE-4AB1-8970-457544C5CBA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C1867-79BD-4F20-9365-CF2E7B303FA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creativecommons.org/licenses/by-sa/3.0/" TargetMode="External"/><Relationship Id="rId2" Type="http://schemas.openxmlformats.org/officeDocument/2006/relationships/hyperlink" Target="https://northernaquafarms.blogspot.com/p/northern-aqua-farms-store.html" TargetMode="Externa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506111"/>
          </a:xfrm>
        </p:spPr>
        <p:txBody>
          <a:bodyPr>
            <a:normAutofit/>
          </a:bodyPr>
          <a:lstStyle/>
          <a:p>
            <a:r>
              <a:rPr lang="en-IN" sz="4800" dirty="0" err="1">
                <a:solidFill>
                  <a:schemeClr val="accent2"/>
                </a:solidFill>
                <a:latin typeface="Algerian" panose="04020705040A02060702" pitchFamily="82" charset="0"/>
              </a:rPr>
              <a:t>SWARNANDHRa</a:t>
            </a:r>
            <a:r>
              <a:rPr lang="en-IN" sz="4800" dirty="0">
                <a:solidFill>
                  <a:schemeClr val="accent2"/>
                </a:solidFill>
                <a:latin typeface="Algerian" panose="04020705040A02060702" pitchFamily="82" charset="0"/>
              </a:rPr>
              <a:t> COLLEGE OF     ENGINEERING AND TECHNOLOGY</a:t>
            </a:r>
            <a:br>
              <a:rPr lang="en-IN" sz="4800" dirty="0">
                <a:solidFill>
                  <a:schemeClr val="accent2"/>
                </a:solidFill>
                <a:latin typeface="Algerian" panose="04020705040A02060702" pitchFamily="82" charset="0"/>
              </a:rPr>
            </a:br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Algerian" panose="04020705040A02060702" pitchFamily="82" charset="0"/>
                <a:cs typeface="Algerian" panose="04020705040A02060702" pitchFamily="82" charset="0"/>
              </a:rPr>
              <a:t>DEPARTMENT OF CYBER SECURITY</a:t>
            </a:r>
            <a:endParaRPr lang="en-IN" sz="32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17750"/>
            <a:ext cx="12129770" cy="4540885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00B050"/>
              </a:solidFill>
              <a:latin typeface="Felix Titling" panose="04060505060202020A04" pitchFamily="82" charset="0"/>
            </a:endParaRPr>
          </a:p>
          <a:p>
            <a:r>
              <a:rPr lang="en-IN" sz="4000" dirty="0">
                <a:solidFill>
                  <a:schemeClr val="accent4"/>
                </a:solidFill>
                <a:latin typeface="Felix Titling" panose="04060505060202020A04" pitchFamily="82" charset="0"/>
              </a:rPr>
              <a:t>COMMUNITY SERVICE PROJECT</a:t>
            </a:r>
            <a:r>
              <a:rPr lang="en-IN" sz="4000" dirty="0">
                <a:solidFill>
                  <a:schemeClr val="tx2"/>
                </a:solidFill>
                <a:latin typeface="Felix Titling" panose="04060505060202020A04" pitchFamily="82" charset="0"/>
              </a:rPr>
              <a:t> </a:t>
            </a:r>
            <a:endParaRPr lang="en-IN" sz="4000" dirty="0">
              <a:solidFill>
                <a:schemeClr val="tx2"/>
              </a:solidFill>
              <a:latin typeface="Felix Titling" panose="04060505060202020A04" pitchFamily="82" charset="0"/>
            </a:endParaRPr>
          </a:p>
          <a:p>
            <a:r>
              <a:rPr lang="en-US" altLang="en-US" sz="3110" dirty="0">
                <a:solidFill>
                  <a:schemeClr val="tx2"/>
                </a:solidFill>
                <a:latin typeface="Felix Titling" panose="04060505060202020A04" pitchFamily="82" charset="0"/>
              </a:rPr>
              <a:t>Aqua culture development: enhancing techniques for sustainable growth</a:t>
            </a:r>
            <a:endParaRPr lang="en-US" altLang="en-US" sz="3110" dirty="0">
              <a:solidFill>
                <a:schemeClr val="tx2"/>
              </a:solidFill>
              <a:latin typeface="Felix Titling" panose="04060505060202020A04" pitchFamily="82" charset="0"/>
            </a:endParaRP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    REPORTED BY:</a:t>
            </a:r>
            <a:endParaRPr lang="en-IN" dirty="0"/>
          </a:p>
          <a:p>
            <a:r>
              <a:rPr lang="en-IN" dirty="0"/>
              <a:t>                                                                                        K.Sruthi</a:t>
            </a:r>
            <a:endParaRPr lang="en-IN" dirty="0"/>
          </a:p>
          <a:p>
            <a:r>
              <a:rPr lang="en-IN" dirty="0"/>
              <a:t>                                                                                            (23A21A4623)                 </a:t>
            </a:r>
            <a:endParaRPr lang="en-IN" dirty="0"/>
          </a:p>
        </p:txBody>
      </p:sp>
      <p:pic>
        <p:nvPicPr>
          <p:cNvPr id="4" name="Picture 3" descr="A logo with text and image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226" y="-153098"/>
            <a:ext cx="2138115" cy="2138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🌊</a:t>
            </a:r>
            <a:r>
              <a:rPr lang="en-IN" b="1" dirty="0"/>
              <a:t> 2.</a:t>
            </a:r>
            <a:r>
              <a:rPr lang="en-IN" dirty="0"/>
              <a:t> </a:t>
            </a:r>
            <a:r>
              <a:rPr lang="en-IN" b="1" dirty="0"/>
              <a:t>Recirculating Aquaculture Systems (RAS)</a:t>
            </a:r>
            <a:endParaRPr lang="en-IN" b="1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6632" y="2034072"/>
            <a:ext cx="7244861" cy="3846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2800" b="1" dirty="0"/>
              <a:t>1</a:t>
            </a:r>
            <a:r>
              <a:rPr lang="en-US" sz="2400" b="1" dirty="0"/>
              <a:t>. System Components (Main Parts of RAS)</a:t>
            </a:r>
            <a:endParaRPr lang="en-US" sz="2400" b="1" dirty="0"/>
          </a:p>
          <a:p>
            <a:r>
              <a:rPr lang="en-US" sz="2400" b="1" dirty="0"/>
              <a:t>✔ Fish Tanks</a:t>
            </a:r>
            <a:endParaRPr lang="en-US" sz="2400" b="1" dirty="0"/>
          </a:p>
          <a:p>
            <a:r>
              <a:rPr lang="en-US" sz="2400" dirty="0"/>
              <a:t>Where the fish are kept and grown.</a:t>
            </a:r>
            <a:endParaRPr lang="en-US" sz="2400" dirty="0"/>
          </a:p>
          <a:p>
            <a:r>
              <a:rPr lang="en-US" sz="2400" b="1" dirty="0"/>
              <a:t>✔ Mechanical Filter</a:t>
            </a:r>
            <a:endParaRPr lang="en-US" sz="2400" b="1" dirty="0"/>
          </a:p>
          <a:p>
            <a:r>
              <a:rPr lang="en-US" sz="2400" dirty="0"/>
              <a:t>Removes solid waste like fish poop and leftover feed.</a:t>
            </a:r>
            <a:endParaRPr lang="en-US" sz="2400" dirty="0"/>
          </a:p>
          <a:p>
            <a:r>
              <a:rPr lang="en-US" sz="2400" b="1" dirty="0"/>
              <a:t>✔ Biological Filter</a:t>
            </a:r>
            <a:endParaRPr lang="en-US" sz="2400" b="1" dirty="0"/>
          </a:p>
          <a:p>
            <a:r>
              <a:rPr lang="en-US" sz="2400" dirty="0"/>
              <a:t>Good bacteria break down harmful chemicals (like ammonia) into safer ones.</a:t>
            </a:r>
            <a:endParaRPr lang="en-US" sz="2400" dirty="0"/>
          </a:p>
          <a:p>
            <a:r>
              <a:rPr lang="en-US" sz="2400" b="1" dirty="0"/>
              <a:t>✔ Aeration / Oxygen System</a:t>
            </a:r>
            <a:endParaRPr lang="en-US" sz="2400" b="1" dirty="0"/>
          </a:p>
          <a:p>
            <a:r>
              <a:rPr lang="en-US" sz="2400" dirty="0"/>
              <a:t>Adds oxygen to the water so fish can breathe.</a:t>
            </a:r>
            <a:endParaRPr lang="en-US" sz="2400" dirty="0"/>
          </a:p>
        </p:txBody>
      </p:sp>
      <p:pic>
        <p:nvPicPr>
          <p:cNvPr id="16" name="Content Placeholder 15" descr="A yellow cover with a fish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226" y="1878943"/>
            <a:ext cx="2425907" cy="3881451"/>
          </a:xfrm>
        </p:spPr>
      </p:pic>
      <p:sp>
        <p:nvSpPr>
          <p:cNvPr id="17" name="TextBox 16"/>
          <p:cNvSpPr txBox="1"/>
          <p:nvPr/>
        </p:nvSpPr>
        <p:spPr>
          <a:xfrm>
            <a:off x="8888412" y="5104606"/>
            <a:ext cx="1190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2" tooltip="https://northernaquafarms.blogspot.com/p/northern-aqua-farms-store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3" tooltip="https://creativecommons.org/licenses/by-sa/3.0/"/>
              </a:rPr>
              <a:t>CC BY-SA</a:t>
            </a:r>
            <a:endParaRPr lang="en-I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System Operation and Maintenance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Water flows from the fish tank to filters.</a:t>
            </a:r>
            <a:endParaRPr lang="en-US" dirty="0"/>
          </a:p>
          <a:p>
            <a:r>
              <a:rPr lang="en-US" dirty="0"/>
              <a:t>Filters remove waste and harmful chemicals.</a:t>
            </a:r>
            <a:endParaRPr lang="en-US" dirty="0"/>
          </a:p>
          <a:p>
            <a:r>
              <a:rPr lang="en-US" dirty="0"/>
              <a:t>Clean water goes back into the tank.</a:t>
            </a:r>
            <a:endParaRPr lang="en-US" dirty="0"/>
          </a:p>
          <a:p>
            <a:r>
              <a:rPr lang="en-US" dirty="0"/>
              <a:t>This cycle repeats all day.</a:t>
            </a:r>
            <a:endParaRPr lang="en-US" dirty="0"/>
          </a:p>
          <a:p>
            <a:r>
              <a:rPr lang="en-US" b="1" dirty="0"/>
              <a:t>Maintenance Includes:</a:t>
            </a:r>
            <a:endParaRPr lang="en-US" b="1" dirty="0"/>
          </a:p>
          <a:p>
            <a:r>
              <a:rPr lang="en-US" dirty="0"/>
              <a:t>Cleaning filters regularly</a:t>
            </a:r>
            <a:endParaRPr lang="en-US" dirty="0"/>
          </a:p>
          <a:p>
            <a:r>
              <a:rPr lang="en-US" dirty="0"/>
              <a:t>Checking pumps and pipes</a:t>
            </a:r>
            <a:endParaRPr lang="en-US" dirty="0"/>
          </a:p>
          <a:p>
            <a:r>
              <a:rPr lang="en-US" dirty="0"/>
              <a:t>Monitoring oxygen levels</a:t>
            </a:r>
            <a:endParaRPr lang="en-US" dirty="0"/>
          </a:p>
          <a:p>
            <a:r>
              <a:rPr lang="en-US" dirty="0"/>
              <a:t>Ensuring the system does not get clogged</a:t>
            </a:r>
            <a:endParaRPr lang="en-US"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3. Fish Health Management</a:t>
            </a:r>
            <a:endParaRPr lang="en-IN" sz="4000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-1" y="2148652"/>
            <a:ext cx="6742445" cy="5621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1800" b="1" dirty="0"/>
              <a:t>✔ Keeping water clean</a:t>
            </a:r>
            <a:endParaRPr lang="en-US" sz="1800" b="1" dirty="0"/>
          </a:p>
          <a:p>
            <a:r>
              <a:rPr lang="en-US" sz="1800" dirty="0"/>
              <a:t>This prevents stress and diseases.</a:t>
            </a:r>
            <a:endParaRPr lang="en-US" sz="1800" dirty="0"/>
          </a:p>
          <a:p>
            <a:r>
              <a:rPr lang="en-US" sz="1800" b="1" dirty="0"/>
              <a:t>✔ Monitoring fish behavior</a:t>
            </a:r>
            <a:endParaRPr lang="en-US" sz="1800" b="1" dirty="0"/>
          </a:p>
          <a:p>
            <a:r>
              <a:rPr lang="en-US" sz="1800" dirty="0"/>
              <a:t>Healthy fish eat well and swim actively.</a:t>
            </a:r>
            <a:endParaRPr lang="en-US" sz="1800" dirty="0"/>
          </a:p>
          <a:p>
            <a:r>
              <a:rPr lang="en-US" sz="1800" b="1" dirty="0"/>
              <a:t>✔ Quarantining new fish</a:t>
            </a:r>
            <a:endParaRPr lang="en-US" sz="1800" b="1" dirty="0"/>
          </a:p>
          <a:p>
            <a:r>
              <a:rPr lang="en-US" sz="1800" dirty="0"/>
              <a:t>New fish are kept separately for a few days to avoid spreading diseases.</a:t>
            </a:r>
            <a:endParaRPr lang="en-US" sz="1800" dirty="0"/>
          </a:p>
          <a:p>
            <a:r>
              <a:rPr lang="en-US" sz="1800" b="1" dirty="0"/>
              <a:t>✔ Avoiding overcrowding</a:t>
            </a:r>
            <a:endParaRPr lang="en-US" sz="1800" b="1" dirty="0"/>
          </a:p>
          <a:p>
            <a:r>
              <a:rPr lang="en-US" sz="1800" dirty="0"/>
              <a:t>Too many fish can cause low oxygen and fast disease spread.</a:t>
            </a:r>
            <a:endParaRPr lang="en-US" sz="1800" dirty="0"/>
          </a:p>
          <a:p>
            <a:r>
              <a:rPr lang="en-US" sz="1800" b="1" dirty="0"/>
              <a:t>✔ Feeding nutritious feed</a:t>
            </a:r>
            <a:endParaRPr lang="en-US" sz="1800" b="1" dirty="0"/>
          </a:p>
          <a:p>
            <a:r>
              <a:rPr lang="en-US" sz="1800" dirty="0"/>
              <a:t>Good feed improves immunity.</a:t>
            </a:r>
            <a:endParaRPr lang="en-US" sz="1800" dirty="0"/>
          </a:p>
          <a:p>
            <a:r>
              <a:rPr lang="en-US" sz="1800" dirty="0"/>
              <a:t>Good health management reduces fish mortality and increases production.</a:t>
            </a:r>
            <a:endParaRPr lang="en-US" sz="1800" dirty="0"/>
          </a:p>
          <a:p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2444" y="2820228"/>
            <a:ext cx="4399321" cy="1714500"/>
          </a:xfrm>
          <a:prstGeom prst="rect">
            <a:avLst/>
          </a:prstGeom>
        </p:spPr>
      </p:pic>
      <p:pic>
        <p:nvPicPr>
          <p:cNvPr id="9" name="Content Placeholder 8" descr="A diagram of a fish in a net&#10;&#10;AI-generated content may be incorrect.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2362828"/>
            <a:ext cx="5181600" cy="272034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Water Quality Management</a:t>
            </a:r>
            <a:endParaRPr lang="en-IN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89739" y="2489769"/>
            <a:ext cx="5919175" cy="210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IN" sz="1800" b="1" dirty="0"/>
              <a:t>✔ Temperature – should be suitable for the species</a:t>
            </a:r>
            <a:endParaRPr lang="en-IN" sz="1800" b="1" dirty="0"/>
          </a:p>
          <a:p>
            <a:r>
              <a:rPr lang="en-IN" sz="1800" b="1" dirty="0"/>
              <a:t>✔ pH Level – balanced pH keeps fish comfortable</a:t>
            </a:r>
            <a:endParaRPr lang="en-IN" sz="1800" b="1" dirty="0"/>
          </a:p>
          <a:p>
            <a:r>
              <a:rPr lang="en-IN" sz="1800" b="1" dirty="0"/>
              <a:t>✔ Dissolved Oxygen (DO) – fish need enough oxygen</a:t>
            </a:r>
            <a:endParaRPr lang="en-IN" sz="1800" b="1" dirty="0"/>
          </a:p>
          <a:p>
            <a:r>
              <a:rPr lang="en-IN" sz="1800" b="1" dirty="0"/>
              <a:t>✔ Ammonia &amp; Nitrite Levels – must be low to avoid poisoning</a:t>
            </a:r>
            <a:endParaRPr lang="en-IN" sz="1800" b="1" dirty="0"/>
          </a:p>
          <a:p>
            <a:r>
              <a:rPr lang="en-IN" sz="1800" b="1" dirty="0"/>
              <a:t>✔ Water Clarity – clear water shows clean system</a:t>
            </a:r>
            <a:endParaRPr lang="en-IN" sz="1800" b="1" dirty="0"/>
          </a:p>
        </p:txBody>
      </p:sp>
      <p:pic>
        <p:nvPicPr>
          <p:cNvPr id="7" name="Content Placeholder 6" descr="A fish in a person's hand&#10;&#10;AI-generated content may be incorrect.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087" y="1985390"/>
            <a:ext cx="4595209" cy="3052532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System Design and Management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461" y="1786904"/>
            <a:ext cx="5181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Good RAS design includes:</a:t>
            </a:r>
            <a:endParaRPr lang="en-US" b="1" dirty="0"/>
          </a:p>
          <a:p>
            <a:r>
              <a:rPr lang="en-US" dirty="0"/>
              <a:t>Proper tank size</a:t>
            </a:r>
            <a:endParaRPr lang="en-US" dirty="0"/>
          </a:p>
          <a:p>
            <a:r>
              <a:rPr lang="en-US" dirty="0"/>
              <a:t>Efficient filters</a:t>
            </a:r>
            <a:endParaRPr lang="en-US" dirty="0"/>
          </a:p>
          <a:p>
            <a:r>
              <a:rPr lang="en-US" dirty="0"/>
              <a:t>Strong pumps</a:t>
            </a:r>
            <a:endParaRPr lang="en-US" dirty="0"/>
          </a:p>
          <a:p>
            <a:r>
              <a:rPr lang="en-US" dirty="0"/>
              <a:t>Backup power supply</a:t>
            </a:r>
            <a:endParaRPr lang="en-US" dirty="0"/>
          </a:p>
          <a:p>
            <a:r>
              <a:rPr lang="en-US" dirty="0"/>
              <a:t>Easy cleaning system</a:t>
            </a:r>
            <a:endParaRPr lang="en-US" dirty="0"/>
          </a:p>
          <a:p>
            <a:r>
              <a:rPr lang="en-US" b="1" dirty="0"/>
              <a:t>Management involves:</a:t>
            </a:r>
            <a:endParaRPr lang="en-US" b="1" dirty="0"/>
          </a:p>
          <a:p>
            <a:r>
              <a:rPr lang="en-US" dirty="0"/>
              <a:t>Daily checking of water quality</a:t>
            </a:r>
            <a:endParaRPr lang="en-US" dirty="0"/>
          </a:p>
          <a:p>
            <a:r>
              <a:rPr lang="en-US" dirty="0"/>
              <a:t>Weekly cleaning of filters</a:t>
            </a:r>
            <a:endParaRPr lang="en-US" dirty="0"/>
          </a:p>
          <a:p>
            <a:r>
              <a:rPr lang="en-US" dirty="0"/>
              <a:t>Monitoring fish growth</a:t>
            </a:r>
            <a:endParaRPr lang="en-US" dirty="0"/>
          </a:p>
          <a:p>
            <a:r>
              <a:rPr lang="en-US" dirty="0"/>
              <a:t>Adjusting feeding schedules</a:t>
            </a:r>
            <a:endParaRPr lang="en-US" dirty="0"/>
          </a:p>
          <a:p>
            <a:r>
              <a:rPr lang="en-US" dirty="0"/>
              <a:t>Ensuring safety of equipment</a:t>
            </a:r>
            <a:endParaRPr lang="en-US" dirty="0"/>
          </a:p>
          <a:p>
            <a:endParaRPr lang="en-IN" dirty="0"/>
          </a:p>
        </p:txBody>
      </p:sp>
      <p:pic>
        <p:nvPicPr>
          <p:cNvPr id="6" name="Content Placeholder 5" descr="Diagram of a fish tank&#10;&#10;AI-generated content may be incorrect.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548" y="2120314"/>
            <a:ext cx="5181599" cy="3307404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817" y="365125"/>
            <a:ext cx="10515600" cy="1325563"/>
          </a:xfrm>
        </p:spPr>
        <p:txBody>
          <a:bodyPr/>
          <a:lstStyle/>
          <a:p>
            <a:r>
              <a:rPr lang="en-IN" dirty="0"/>
              <a:t>6. Benefits of RAS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935990"/>
            <a:ext cx="5811078" cy="455688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✔ Saves Water</a:t>
            </a:r>
            <a:endParaRPr lang="en-US" b="1" dirty="0"/>
          </a:p>
          <a:p>
            <a:r>
              <a:rPr lang="en-US" dirty="0"/>
              <a:t>Uses 90–95% less water compared to traditional ponds.</a:t>
            </a:r>
            <a:endParaRPr lang="en-US" dirty="0"/>
          </a:p>
          <a:p>
            <a:r>
              <a:rPr lang="en-US" b="1" dirty="0"/>
              <a:t>✔ Can be used Anywhere</a:t>
            </a:r>
            <a:endParaRPr lang="en-US" b="1" dirty="0"/>
          </a:p>
          <a:p>
            <a:r>
              <a:rPr lang="en-US" dirty="0"/>
              <a:t>Even in cities, small areas, or indoors.</a:t>
            </a:r>
            <a:endParaRPr lang="en-US" dirty="0"/>
          </a:p>
          <a:p>
            <a:r>
              <a:rPr lang="en-US" b="1" dirty="0"/>
              <a:t>✔ Faster Growth</a:t>
            </a:r>
            <a:endParaRPr lang="en-US" b="1" dirty="0"/>
          </a:p>
          <a:p>
            <a:r>
              <a:rPr lang="en-US" dirty="0"/>
              <a:t>Fish grow faster because water conditions are controlled.</a:t>
            </a:r>
            <a:endParaRPr lang="en-US" dirty="0"/>
          </a:p>
          <a:p>
            <a:r>
              <a:rPr lang="en-US" b="1" dirty="0"/>
              <a:t>✔ Year-Round Production</a:t>
            </a:r>
            <a:endParaRPr lang="en-US" b="1" dirty="0"/>
          </a:p>
          <a:p>
            <a:r>
              <a:rPr lang="en-US" dirty="0"/>
              <a:t>Not affected by seasons like rain or heat.</a:t>
            </a:r>
            <a:endParaRPr lang="en-US" dirty="0"/>
          </a:p>
          <a:p>
            <a:r>
              <a:rPr lang="en-US" b="1" dirty="0"/>
              <a:t>✔ Less Pollution</a:t>
            </a:r>
            <a:endParaRPr lang="en-US" b="1" dirty="0"/>
          </a:p>
          <a:p>
            <a:r>
              <a:rPr lang="en-US" dirty="0"/>
              <a:t>Water is reused, so waste is reduced.</a:t>
            </a:r>
            <a:endParaRPr lang="en-US" dirty="0"/>
          </a:p>
          <a:p>
            <a:endParaRPr lang="en-IN" dirty="0"/>
          </a:p>
        </p:txBody>
      </p:sp>
      <p:pic>
        <p:nvPicPr>
          <p:cNvPr id="6" name="Content Placeholder 5" descr="A circular pool with a large body of water&#10;&#10;AI-generated content may be incorrect.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417" y="1935990"/>
            <a:ext cx="5181600" cy="291465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Survey Photos:</a:t>
            </a:r>
            <a:endParaRPr lang="en-IN" dirty="0"/>
          </a:p>
        </p:txBody>
      </p:sp>
      <p:pic>
        <p:nvPicPr>
          <p:cNvPr id="6" name="Content Placeholder 5" descr="A boat in a body of water&#10;&#10;AI-generated content may be incorrect."/>
          <p:cNvPicPr>
            <a:picLocks noGrp="1" noChangeAspect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10" y="1825625"/>
            <a:ext cx="4194312" cy="4351338"/>
          </a:xfrm>
        </p:spPr>
      </p:pic>
      <p:pic>
        <p:nvPicPr>
          <p:cNvPr id="8" name="Content Placeholder 7" descr="A group of people standing in grass by a lake&#10;&#10;AI-generated content may be incorrect.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10139"/>
            <a:ext cx="4711148" cy="4566824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539" y="742812"/>
            <a:ext cx="10515600" cy="6015797"/>
          </a:xfrm>
        </p:spPr>
        <p:txBody>
          <a:bodyPr>
            <a:normAutofit/>
          </a:bodyPr>
          <a:lstStyle/>
          <a:p>
            <a:r>
              <a:rPr lang="en-IN" sz="6600" i="1" dirty="0">
                <a:solidFill>
                  <a:schemeClr val="accent5">
                    <a:lumMod val="50000"/>
                  </a:schemeClr>
                </a:solidFill>
              </a:rPr>
              <a:t>                  </a:t>
            </a:r>
            <a:r>
              <a:rPr lang="en-IN" sz="6600" i="1" u="sng" dirty="0">
                <a:solidFill>
                  <a:schemeClr val="accent5">
                    <a:lumMod val="50000"/>
                  </a:schemeClr>
                </a:solidFill>
              </a:rPr>
              <a:t>THANKYOU!</a:t>
            </a:r>
            <a:endParaRPr lang="en-IN" sz="6600" i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2638</Words>
  <Application>WPS Presentation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Algerian</vt:lpstr>
      <vt:lpstr>Felix Titling</vt:lpstr>
      <vt:lpstr>Aptos Display</vt:lpstr>
      <vt:lpstr>Segoe UI Variable Display</vt:lpstr>
      <vt:lpstr>Aptos</vt:lpstr>
      <vt:lpstr>Segoe UI</vt:lpstr>
      <vt:lpstr>Microsoft YaHei</vt:lpstr>
      <vt:lpstr>Arial Unicode MS</vt:lpstr>
      <vt:lpstr>Calibri</vt:lpstr>
      <vt:lpstr>Office Theme</vt:lpstr>
      <vt:lpstr>SWARNANDHRa COLLEGE OF     ENGINEERING AND TECHNOLOGY DEPARTMENT OF CYBER SECURITY</vt:lpstr>
      <vt:lpstr>🌊 2. Recirculating Aquaculture Systems (RAS)</vt:lpstr>
      <vt:lpstr>2. System Operation and Maintenance</vt:lpstr>
      <vt:lpstr>3. Fish Health Management</vt:lpstr>
      <vt:lpstr>4. Water Quality Management</vt:lpstr>
      <vt:lpstr>5. System Design and Management</vt:lpstr>
      <vt:lpstr>6. Benefits of RAS</vt:lpstr>
      <vt:lpstr>Survey Photos:</vt:lpstr>
      <vt:lpstr>                  THANKYOU!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Pulaparthi Balaji</dc:creator>
  <cp:lastModifiedBy>Balaji Pulaparthi</cp:lastModifiedBy>
  <cp:revision>4</cp:revision>
  <dcterms:created xsi:type="dcterms:W3CDTF">2025-12-07T08:40:00Z</dcterms:created>
  <dcterms:modified xsi:type="dcterms:W3CDTF">2025-12-07T11:31:05Z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33D540EE9AA04E1BB2DF1DA1CBF85F2D_12</vt:lpwstr>
  </property>
  <property fmtid="{D5CDD505-2E9C-101B-9397-08002B2CF9AE}" pid="3" name="KSOProductBuildVer">
    <vt:lpwstr>1033-12.2.0.23155</vt:lpwstr>
  </property>
</Properties>
</file>